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7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33"/>
  </p:normalViewPr>
  <p:slideViewPr>
    <p:cSldViewPr snapToGrid="0">
      <p:cViewPr varScale="1">
        <p:scale>
          <a:sx n="88" d="100"/>
          <a:sy n="88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2D790A-EDD6-4DDD-9D3D-6A1B79CD3F94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221AED-65BD-488C-8039-D1877409232B}">
      <dgm:prSet/>
      <dgm:spPr/>
      <dgm:t>
        <a:bodyPr/>
        <a:lstStyle/>
        <a:p>
          <a:r>
            <a:rPr lang="en-US" b="0" i="0" baseline="0"/>
            <a:t>Import Libraries</a:t>
          </a:r>
          <a:endParaRPr lang="en-US"/>
        </a:p>
      </dgm:t>
    </dgm:pt>
    <dgm:pt modelId="{9502FBB1-45F2-4186-A5F0-218BCC6605A8}" type="parTrans" cxnId="{298D43D9-A934-41F9-82A8-34247CEFD742}">
      <dgm:prSet/>
      <dgm:spPr/>
      <dgm:t>
        <a:bodyPr/>
        <a:lstStyle/>
        <a:p>
          <a:endParaRPr lang="en-US"/>
        </a:p>
      </dgm:t>
    </dgm:pt>
    <dgm:pt modelId="{74292573-AEB2-4F70-ACF9-66124584CC83}" type="sibTrans" cxnId="{298D43D9-A934-41F9-82A8-34247CEFD742}">
      <dgm:prSet/>
      <dgm:spPr/>
      <dgm:t>
        <a:bodyPr/>
        <a:lstStyle/>
        <a:p>
          <a:endParaRPr lang="en-US"/>
        </a:p>
      </dgm:t>
    </dgm:pt>
    <dgm:pt modelId="{BF2329AA-9F39-4CBB-9504-91F3141FFA25}">
      <dgm:prSet/>
      <dgm:spPr/>
      <dgm:t>
        <a:bodyPr/>
        <a:lstStyle/>
        <a:p>
          <a:r>
            <a:rPr lang="en-US" b="0" i="0" baseline="0"/>
            <a:t>Load Dataset</a:t>
          </a:r>
          <a:endParaRPr lang="en-US"/>
        </a:p>
      </dgm:t>
    </dgm:pt>
    <dgm:pt modelId="{81D4CDFB-C37F-4C58-B976-B735F0FD1944}" type="parTrans" cxnId="{F2397561-1A54-479B-87C5-6E910F795BBB}">
      <dgm:prSet/>
      <dgm:spPr/>
      <dgm:t>
        <a:bodyPr/>
        <a:lstStyle/>
        <a:p>
          <a:endParaRPr lang="en-US"/>
        </a:p>
      </dgm:t>
    </dgm:pt>
    <dgm:pt modelId="{1762F474-4268-4300-B423-88BFD2AE827A}" type="sibTrans" cxnId="{F2397561-1A54-479B-87C5-6E910F795BBB}">
      <dgm:prSet/>
      <dgm:spPr/>
      <dgm:t>
        <a:bodyPr/>
        <a:lstStyle/>
        <a:p>
          <a:endParaRPr lang="en-US"/>
        </a:p>
      </dgm:t>
    </dgm:pt>
    <dgm:pt modelId="{3F0B02E1-1F9F-443E-975A-A14477DAA34D}">
      <dgm:prSet/>
      <dgm:spPr/>
      <dgm:t>
        <a:bodyPr/>
        <a:lstStyle/>
        <a:p>
          <a:r>
            <a:rPr lang="en-US" b="0" i="0" baseline="0"/>
            <a:t>Data Preprocessing</a:t>
          </a:r>
          <a:endParaRPr lang="en-US"/>
        </a:p>
      </dgm:t>
    </dgm:pt>
    <dgm:pt modelId="{1CA25795-FD17-444B-B678-493D1B16E378}" type="parTrans" cxnId="{237E1A27-E85D-4307-849C-1AD1C28D037E}">
      <dgm:prSet/>
      <dgm:spPr/>
      <dgm:t>
        <a:bodyPr/>
        <a:lstStyle/>
        <a:p>
          <a:endParaRPr lang="en-US"/>
        </a:p>
      </dgm:t>
    </dgm:pt>
    <dgm:pt modelId="{7D1224C1-E0ED-4942-8532-55F5DDE9E751}" type="sibTrans" cxnId="{237E1A27-E85D-4307-849C-1AD1C28D037E}">
      <dgm:prSet/>
      <dgm:spPr/>
      <dgm:t>
        <a:bodyPr/>
        <a:lstStyle/>
        <a:p>
          <a:endParaRPr lang="en-US"/>
        </a:p>
      </dgm:t>
    </dgm:pt>
    <dgm:pt modelId="{728A0358-9157-4F6F-9A13-2249781A11D2}">
      <dgm:prSet/>
      <dgm:spPr/>
      <dgm:t>
        <a:bodyPr/>
        <a:lstStyle/>
        <a:p>
          <a:r>
            <a:rPr lang="en-US" b="0" i="0" baseline="0"/>
            <a:t>Exploratory Data Analysis</a:t>
          </a:r>
          <a:endParaRPr lang="en-US"/>
        </a:p>
      </dgm:t>
    </dgm:pt>
    <dgm:pt modelId="{F4B6C20D-1D0A-4017-ACC3-2B2EEFC452B4}" type="parTrans" cxnId="{F8BDDA92-A63D-45BD-B778-25D3EA1C1063}">
      <dgm:prSet/>
      <dgm:spPr/>
      <dgm:t>
        <a:bodyPr/>
        <a:lstStyle/>
        <a:p>
          <a:endParaRPr lang="en-US"/>
        </a:p>
      </dgm:t>
    </dgm:pt>
    <dgm:pt modelId="{FB400D07-F739-4C8F-A2A1-DFC85B4F7F9D}" type="sibTrans" cxnId="{F8BDDA92-A63D-45BD-B778-25D3EA1C1063}">
      <dgm:prSet/>
      <dgm:spPr/>
      <dgm:t>
        <a:bodyPr/>
        <a:lstStyle/>
        <a:p>
          <a:endParaRPr lang="en-US"/>
        </a:p>
      </dgm:t>
    </dgm:pt>
    <dgm:pt modelId="{9DB6A698-617B-4148-B8AC-94A7D8D62989}">
      <dgm:prSet/>
      <dgm:spPr/>
      <dgm:t>
        <a:bodyPr/>
        <a:lstStyle/>
        <a:p>
          <a:r>
            <a:rPr lang="en-US" b="0" i="0" baseline="0"/>
            <a:t>Build CNN Model</a:t>
          </a:r>
          <a:endParaRPr lang="en-US"/>
        </a:p>
      </dgm:t>
    </dgm:pt>
    <dgm:pt modelId="{F956D5D7-0C38-4442-BDE1-56E08959FF4F}" type="parTrans" cxnId="{D5A48530-36F8-49C7-A011-C4C8E569969D}">
      <dgm:prSet/>
      <dgm:spPr/>
      <dgm:t>
        <a:bodyPr/>
        <a:lstStyle/>
        <a:p>
          <a:endParaRPr lang="en-US"/>
        </a:p>
      </dgm:t>
    </dgm:pt>
    <dgm:pt modelId="{310939FC-4CFE-422E-96F2-3D7695D9686D}" type="sibTrans" cxnId="{D5A48530-36F8-49C7-A011-C4C8E569969D}">
      <dgm:prSet/>
      <dgm:spPr/>
      <dgm:t>
        <a:bodyPr/>
        <a:lstStyle/>
        <a:p>
          <a:endParaRPr lang="en-US"/>
        </a:p>
      </dgm:t>
    </dgm:pt>
    <dgm:pt modelId="{06D04321-A8A6-4EF3-BFCF-D7C8BCD3FC33}">
      <dgm:prSet/>
      <dgm:spPr/>
      <dgm:t>
        <a:bodyPr/>
        <a:lstStyle/>
        <a:p>
          <a:r>
            <a:rPr lang="en-US" b="0" i="0" baseline="0"/>
            <a:t>Compile Model</a:t>
          </a:r>
          <a:endParaRPr lang="en-US"/>
        </a:p>
      </dgm:t>
    </dgm:pt>
    <dgm:pt modelId="{4060FD99-22DE-40D8-8D6B-936A30352BEB}" type="parTrans" cxnId="{713665F9-7762-444E-B06A-7336EECC4115}">
      <dgm:prSet/>
      <dgm:spPr/>
      <dgm:t>
        <a:bodyPr/>
        <a:lstStyle/>
        <a:p>
          <a:endParaRPr lang="en-US"/>
        </a:p>
      </dgm:t>
    </dgm:pt>
    <dgm:pt modelId="{BE83565D-179C-4AFD-98CE-E2DFB9E4421A}" type="sibTrans" cxnId="{713665F9-7762-444E-B06A-7336EECC4115}">
      <dgm:prSet/>
      <dgm:spPr/>
      <dgm:t>
        <a:bodyPr/>
        <a:lstStyle/>
        <a:p>
          <a:endParaRPr lang="en-US"/>
        </a:p>
      </dgm:t>
    </dgm:pt>
    <dgm:pt modelId="{3348CC35-8406-4EA9-8571-2DD437C07C35}">
      <dgm:prSet/>
      <dgm:spPr/>
      <dgm:t>
        <a:bodyPr/>
        <a:lstStyle/>
        <a:p>
          <a:r>
            <a:rPr lang="en-US" b="0" i="0" baseline="0"/>
            <a:t>Train Model</a:t>
          </a:r>
          <a:endParaRPr lang="en-US"/>
        </a:p>
      </dgm:t>
    </dgm:pt>
    <dgm:pt modelId="{DB050F78-6FAD-4111-9057-4310924385F7}" type="parTrans" cxnId="{6861DF68-877A-4B69-B24A-88E6F6E334F5}">
      <dgm:prSet/>
      <dgm:spPr/>
      <dgm:t>
        <a:bodyPr/>
        <a:lstStyle/>
        <a:p>
          <a:endParaRPr lang="en-US"/>
        </a:p>
      </dgm:t>
    </dgm:pt>
    <dgm:pt modelId="{9AB1041B-6E64-47F4-AC80-7182C32E98E9}" type="sibTrans" cxnId="{6861DF68-877A-4B69-B24A-88E6F6E334F5}">
      <dgm:prSet/>
      <dgm:spPr/>
      <dgm:t>
        <a:bodyPr/>
        <a:lstStyle/>
        <a:p>
          <a:endParaRPr lang="en-US"/>
        </a:p>
      </dgm:t>
    </dgm:pt>
    <dgm:pt modelId="{6CBFF823-05A3-4EBC-B500-ECB4D6C0C579}">
      <dgm:prSet/>
      <dgm:spPr/>
      <dgm:t>
        <a:bodyPr/>
        <a:lstStyle/>
        <a:p>
          <a:r>
            <a:rPr lang="en-US" b="0" i="0" baseline="0"/>
            <a:t>Evaluate Model</a:t>
          </a:r>
          <a:endParaRPr lang="en-US"/>
        </a:p>
      </dgm:t>
    </dgm:pt>
    <dgm:pt modelId="{EFAE949E-06E0-4247-8649-A141E4260940}" type="parTrans" cxnId="{B9DB5A10-8633-45FD-AE78-BBDF676DDACC}">
      <dgm:prSet/>
      <dgm:spPr/>
      <dgm:t>
        <a:bodyPr/>
        <a:lstStyle/>
        <a:p>
          <a:endParaRPr lang="en-US"/>
        </a:p>
      </dgm:t>
    </dgm:pt>
    <dgm:pt modelId="{B69039EB-DCC7-4F34-8879-AC2633083871}" type="sibTrans" cxnId="{B9DB5A10-8633-45FD-AE78-BBDF676DDACC}">
      <dgm:prSet/>
      <dgm:spPr/>
      <dgm:t>
        <a:bodyPr/>
        <a:lstStyle/>
        <a:p>
          <a:endParaRPr lang="en-US"/>
        </a:p>
      </dgm:t>
    </dgm:pt>
    <dgm:pt modelId="{7C9D14AF-3697-4AB3-9503-83BE732F6518}">
      <dgm:prSet/>
      <dgm:spPr/>
      <dgm:t>
        <a:bodyPr/>
        <a:lstStyle/>
        <a:p>
          <a:r>
            <a:rPr lang="en-US" b="0" i="0" baseline="0"/>
            <a:t>Make Predictions</a:t>
          </a:r>
          <a:endParaRPr lang="en-US"/>
        </a:p>
      </dgm:t>
    </dgm:pt>
    <dgm:pt modelId="{21CBF9CD-C870-4D22-9F00-38EA86422522}" type="parTrans" cxnId="{41BE7579-E84F-4CED-80A9-682F8AB69B7D}">
      <dgm:prSet/>
      <dgm:spPr/>
      <dgm:t>
        <a:bodyPr/>
        <a:lstStyle/>
        <a:p>
          <a:endParaRPr lang="en-US"/>
        </a:p>
      </dgm:t>
    </dgm:pt>
    <dgm:pt modelId="{68FCD398-9CFC-4FC7-9B00-F0C2C1D94A82}" type="sibTrans" cxnId="{41BE7579-E84F-4CED-80A9-682F8AB69B7D}">
      <dgm:prSet/>
      <dgm:spPr/>
      <dgm:t>
        <a:bodyPr/>
        <a:lstStyle/>
        <a:p>
          <a:endParaRPr lang="en-US"/>
        </a:p>
      </dgm:t>
    </dgm:pt>
    <dgm:pt modelId="{42DCEAF8-41D9-4BC1-AF8E-8F8344A4CD1B}">
      <dgm:prSet/>
      <dgm:spPr/>
      <dgm:t>
        <a:bodyPr/>
        <a:lstStyle/>
        <a:p>
          <a:r>
            <a:rPr lang="en-US" b="0" i="0" baseline="0"/>
            <a:t>Result Visualization</a:t>
          </a:r>
          <a:endParaRPr lang="en-US"/>
        </a:p>
      </dgm:t>
    </dgm:pt>
    <dgm:pt modelId="{2B184E09-E341-4481-9E77-50A0E25C16E6}" type="parTrans" cxnId="{B0632AFE-C497-45A8-8E6B-A29B70D10FE6}">
      <dgm:prSet/>
      <dgm:spPr/>
      <dgm:t>
        <a:bodyPr/>
        <a:lstStyle/>
        <a:p>
          <a:endParaRPr lang="en-US"/>
        </a:p>
      </dgm:t>
    </dgm:pt>
    <dgm:pt modelId="{9CB4C7D0-0DC7-4677-B1C3-0AB6E7642577}" type="sibTrans" cxnId="{B0632AFE-C497-45A8-8E6B-A29B70D10FE6}">
      <dgm:prSet/>
      <dgm:spPr/>
      <dgm:t>
        <a:bodyPr/>
        <a:lstStyle/>
        <a:p>
          <a:endParaRPr lang="en-US"/>
        </a:p>
      </dgm:t>
    </dgm:pt>
    <dgm:pt modelId="{236A6B52-490E-1146-B6CE-4C744142A6F2}" type="pres">
      <dgm:prSet presAssocID="{642D790A-EDD6-4DDD-9D3D-6A1B79CD3F94}" presName="diagram" presStyleCnt="0">
        <dgm:presLayoutVars>
          <dgm:dir/>
          <dgm:resizeHandles val="exact"/>
        </dgm:presLayoutVars>
      </dgm:prSet>
      <dgm:spPr/>
    </dgm:pt>
    <dgm:pt modelId="{9438C77E-C334-0E43-8B38-E7A9ED605274}" type="pres">
      <dgm:prSet presAssocID="{B5221AED-65BD-488C-8039-D1877409232B}" presName="node" presStyleLbl="node1" presStyleIdx="0" presStyleCnt="10">
        <dgm:presLayoutVars>
          <dgm:bulletEnabled val="1"/>
        </dgm:presLayoutVars>
      </dgm:prSet>
      <dgm:spPr/>
    </dgm:pt>
    <dgm:pt modelId="{05D35D3C-18A4-0B4E-8D6C-02D3DEF1394D}" type="pres">
      <dgm:prSet presAssocID="{74292573-AEB2-4F70-ACF9-66124584CC83}" presName="sibTrans" presStyleCnt="0"/>
      <dgm:spPr/>
    </dgm:pt>
    <dgm:pt modelId="{1942EADE-F3F0-8049-9888-F237EAAE6BC7}" type="pres">
      <dgm:prSet presAssocID="{BF2329AA-9F39-4CBB-9504-91F3141FFA25}" presName="node" presStyleLbl="node1" presStyleIdx="1" presStyleCnt="10">
        <dgm:presLayoutVars>
          <dgm:bulletEnabled val="1"/>
        </dgm:presLayoutVars>
      </dgm:prSet>
      <dgm:spPr/>
    </dgm:pt>
    <dgm:pt modelId="{41F57D97-4D42-1E4D-97C3-E2445B2276EB}" type="pres">
      <dgm:prSet presAssocID="{1762F474-4268-4300-B423-88BFD2AE827A}" presName="sibTrans" presStyleCnt="0"/>
      <dgm:spPr/>
    </dgm:pt>
    <dgm:pt modelId="{18FC8312-D9BB-4B4A-9E49-34BB85109A1E}" type="pres">
      <dgm:prSet presAssocID="{3F0B02E1-1F9F-443E-975A-A14477DAA34D}" presName="node" presStyleLbl="node1" presStyleIdx="2" presStyleCnt="10">
        <dgm:presLayoutVars>
          <dgm:bulletEnabled val="1"/>
        </dgm:presLayoutVars>
      </dgm:prSet>
      <dgm:spPr/>
    </dgm:pt>
    <dgm:pt modelId="{23AF0BC0-12ED-554A-9021-206EF3ABC4E5}" type="pres">
      <dgm:prSet presAssocID="{7D1224C1-E0ED-4942-8532-55F5DDE9E751}" presName="sibTrans" presStyleCnt="0"/>
      <dgm:spPr/>
    </dgm:pt>
    <dgm:pt modelId="{B2129A59-0E74-1C4A-8E89-4F4C3ED47079}" type="pres">
      <dgm:prSet presAssocID="{728A0358-9157-4F6F-9A13-2249781A11D2}" presName="node" presStyleLbl="node1" presStyleIdx="3" presStyleCnt="10">
        <dgm:presLayoutVars>
          <dgm:bulletEnabled val="1"/>
        </dgm:presLayoutVars>
      </dgm:prSet>
      <dgm:spPr/>
    </dgm:pt>
    <dgm:pt modelId="{273B391D-E0AE-904C-BDA0-42A8758856FC}" type="pres">
      <dgm:prSet presAssocID="{FB400D07-F739-4C8F-A2A1-DFC85B4F7F9D}" presName="sibTrans" presStyleCnt="0"/>
      <dgm:spPr/>
    </dgm:pt>
    <dgm:pt modelId="{EDBBEACD-4F4D-1C4B-B822-EE9E5A9EDDD9}" type="pres">
      <dgm:prSet presAssocID="{9DB6A698-617B-4148-B8AC-94A7D8D62989}" presName="node" presStyleLbl="node1" presStyleIdx="4" presStyleCnt="10">
        <dgm:presLayoutVars>
          <dgm:bulletEnabled val="1"/>
        </dgm:presLayoutVars>
      </dgm:prSet>
      <dgm:spPr/>
    </dgm:pt>
    <dgm:pt modelId="{40CB5AE1-9990-BC45-967F-BDF676D7B692}" type="pres">
      <dgm:prSet presAssocID="{310939FC-4CFE-422E-96F2-3D7695D9686D}" presName="sibTrans" presStyleCnt="0"/>
      <dgm:spPr/>
    </dgm:pt>
    <dgm:pt modelId="{3881E201-73B1-F041-BD77-B9D8DCC3A217}" type="pres">
      <dgm:prSet presAssocID="{06D04321-A8A6-4EF3-BFCF-D7C8BCD3FC33}" presName="node" presStyleLbl="node1" presStyleIdx="5" presStyleCnt="10">
        <dgm:presLayoutVars>
          <dgm:bulletEnabled val="1"/>
        </dgm:presLayoutVars>
      </dgm:prSet>
      <dgm:spPr/>
    </dgm:pt>
    <dgm:pt modelId="{06A5E798-837E-D447-A901-D2E4374690A7}" type="pres">
      <dgm:prSet presAssocID="{BE83565D-179C-4AFD-98CE-E2DFB9E4421A}" presName="sibTrans" presStyleCnt="0"/>
      <dgm:spPr/>
    </dgm:pt>
    <dgm:pt modelId="{DFAD85E1-6FD2-654A-9E24-782B5E2FCB42}" type="pres">
      <dgm:prSet presAssocID="{3348CC35-8406-4EA9-8571-2DD437C07C35}" presName="node" presStyleLbl="node1" presStyleIdx="6" presStyleCnt="10">
        <dgm:presLayoutVars>
          <dgm:bulletEnabled val="1"/>
        </dgm:presLayoutVars>
      </dgm:prSet>
      <dgm:spPr/>
    </dgm:pt>
    <dgm:pt modelId="{D01896F9-8536-2746-9946-745F72277646}" type="pres">
      <dgm:prSet presAssocID="{9AB1041B-6E64-47F4-AC80-7182C32E98E9}" presName="sibTrans" presStyleCnt="0"/>
      <dgm:spPr/>
    </dgm:pt>
    <dgm:pt modelId="{3785DF29-2AF3-5847-8899-72D077F19522}" type="pres">
      <dgm:prSet presAssocID="{6CBFF823-05A3-4EBC-B500-ECB4D6C0C579}" presName="node" presStyleLbl="node1" presStyleIdx="7" presStyleCnt="10">
        <dgm:presLayoutVars>
          <dgm:bulletEnabled val="1"/>
        </dgm:presLayoutVars>
      </dgm:prSet>
      <dgm:spPr/>
    </dgm:pt>
    <dgm:pt modelId="{9CDFFAA8-F0A4-C347-8A0C-C5E3D99DA573}" type="pres">
      <dgm:prSet presAssocID="{B69039EB-DCC7-4F34-8879-AC2633083871}" presName="sibTrans" presStyleCnt="0"/>
      <dgm:spPr/>
    </dgm:pt>
    <dgm:pt modelId="{710DFE32-401C-4741-97D8-8C63419B5D4F}" type="pres">
      <dgm:prSet presAssocID="{7C9D14AF-3697-4AB3-9503-83BE732F6518}" presName="node" presStyleLbl="node1" presStyleIdx="8" presStyleCnt="10">
        <dgm:presLayoutVars>
          <dgm:bulletEnabled val="1"/>
        </dgm:presLayoutVars>
      </dgm:prSet>
      <dgm:spPr/>
    </dgm:pt>
    <dgm:pt modelId="{C754AE9E-69B1-634E-A022-BF2C9B3A499D}" type="pres">
      <dgm:prSet presAssocID="{68FCD398-9CFC-4FC7-9B00-F0C2C1D94A82}" presName="sibTrans" presStyleCnt="0"/>
      <dgm:spPr/>
    </dgm:pt>
    <dgm:pt modelId="{88B7A94D-F736-6145-A3AF-A9CAF15C239D}" type="pres">
      <dgm:prSet presAssocID="{42DCEAF8-41D9-4BC1-AF8E-8F8344A4CD1B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DB5A10-8633-45FD-AE78-BBDF676DDACC}" srcId="{642D790A-EDD6-4DDD-9D3D-6A1B79CD3F94}" destId="{6CBFF823-05A3-4EBC-B500-ECB4D6C0C579}" srcOrd="7" destOrd="0" parTransId="{EFAE949E-06E0-4247-8649-A141E4260940}" sibTransId="{B69039EB-DCC7-4F34-8879-AC2633083871}"/>
    <dgm:cxn modelId="{237E1A27-E85D-4307-849C-1AD1C28D037E}" srcId="{642D790A-EDD6-4DDD-9D3D-6A1B79CD3F94}" destId="{3F0B02E1-1F9F-443E-975A-A14477DAA34D}" srcOrd="2" destOrd="0" parTransId="{1CA25795-FD17-444B-B678-493D1B16E378}" sibTransId="{7D1224C1-E0ED-4942-8532-55F5DDE9E751}"/>
    <dgm:cxn modelId="{C283142A-A3AC-8644-9CB2-3ED56C7F0CF8}" type="presOf" srcId="{7C9D14AF-3697-4AB3-9503-83BE732F6518}" destId="{710DFE32-401C-4741-97D8-8C63419B5D4F}" srcOrd="0" destOrd="0" presId="urn:microsoft.com/office/officeart/2005/8/layout/default"/>
    <dgm:cxn modelId="{D5A48530-36F8-49C7-A011-C4C8E569969D}" srcId="{642D790A-EDD6-4DDD-9D3D-6A1B79CD3F94}" destId="{9DB6A698-617B-4148-B8AC-94A7D8D62989}" srcOrd="4" destOrd="0" parTransId="{F956D5D7-0C38-4442-BDE1-56E08959FF4F}" sibTransId="{310939FC-4CFE-422E-96F2-3D7695D9686D}"/>
    <dgm:cxn modelId="{04FD4E39-942C-414F-A2F1-D8CF6FF3B036}" type="presOf" srcId="{728A0358-9157-4F6F-9A13-2249781A11D2}" destId="{B2129A59-0E74-1C4A-8E89-4F4C3ED47079}" srcOrd="0" destOrd="0" presId="urn:microsoft.com/office/officeart/2005/8/layout/default"/>
    <dgm:cxn modelId="{FDE8D93E-0300-EA42-867F-CF6C255AF30E}" type="presOf" srcId="{3F0B02E1-1F9F-443E-975A-A14477DAA34D}" destId="{18FC8312-D9BB-4B4A-9E49-34BB85109A1E}" srcOrd="0" destOrd="0" presId="urn:microsoft.com/office/officeart/2005/8/layout/default"/>
    <dgm:cxn modelId="{23759F58-A246-A640-9F36-EB2842C9948C}" type="presOf" srcId="{42DCEAF8-41D9-4BC1-AF8E-8F8344A4CD1B}" destId="{88B7A94D-F736-6145-A3AF-A9CAF15C239D}" srcOrd="0" destOrd="0" presId="urn:microsoft.com/office/officeart/2005/8/layout/default"/>
    <dgm:cxn modelId="{8AC2DD58-E393-4F4C-9008-83558002B406}" type="presOf" srcId="{9DB6A698-617B-4148-B8AC-94A7D8D62989}" destId="{EDBBEACD-4F4D-1C4B-B822-EE9E5A9EDDD9}" srcOrd="0" destOrd="0" presId="urn:microsoft.com/office/officeart/2005/8/layout/default"/>
    <dgm:cxn modelId="{F2397561-1A54-479B-87C5-6E910F795BBB}" srcId="{642D790A-EDD6-4DDD-9D3D-6A1B79CD3F94}" destId="{BF2329AA-9F39-4CBB-9504-91F3141FFA25}" srcOrd="1" destOrd="0" parTransId="{81D4CDFB-C37F-4C58-B976-B735F0FD1944}" sibTransId="{1762F474-4268-4300-B423-88BFD2AE827A}"/>
    <dgm:cxn modelId="{7E995E67-23DF-6740-B25E-74BB54DA9F0D}" type="presOf" srcId="{642D790A-EDD6-4DDD-9D3D-6A1B79CD3F94}" destId="{236A6B52-490E-1146-B6CE-4C744142A6F2}" srcOrd="0" destOrd="0" presId="urn:microsoft.com/office/officeart/2005/8/layout/default"/>
    <dgm:cxn modelId="{6861DF68-877A-4B69-B24A-88E6F6E334F5}" srcId="{642D790A-EDD6-4DDD-9D3D-6A1B79CD3F94}" destId="{3348CC35-8406-4EA9-8571-2DD437C07C35}" srcOrd="6" destOrd="0" parTransId="{DB050F78-6FAD-4111-9057-4310924385F7}" sibTransId="{9AB1041B-6E64-47F4-AC80-7182C32E98E9}"/>
    <dgm:cxn modelId="{BF25D273-1BD3-B64A-AAFF-A8D9AF796A12}" type="presOf" srcId="{3348CC35-8406-4EA9-8571-2DD437C07C35}" destId="{DFAD85E1-6FD2-654A-9E24-782B5E2FCB42}" srcOrd="0" destOrd="0" presId="urn:microsoft.com/office/officeart/2005/8/layout/default"/>
    <dgm:cxn modelId="{41BE7579-E84F-4CED-80A9-682F8AB69B7D}" srcId="{642D790A-EDD6-4DDD-9D3D-6A1B79CD3F94}" destId="{7C9D14AF-3697-4AB3-9503-83BE732F6518}" srcOrd="8" destOrd="0" parTransId="{21CBF9CD-C870-4D22-9F00-38EA86422522}" sibTransId="{68FCD398-9CFC-4FC7-9B00-F0C2C1D94A82}"/>
    <dgm:cxn modelId="{F8BDDA92-A63D-45BD-B778-25D3EA1C1063}" srcId="{642D790A-EDD6-4DDD-9D3D-6A1B79CD3F94}" destId="{728A0358-9157-4F6F-9A13-2249781A11D2}" srcOrd="3" destOrd="0" parTransId="{F4B6C20D-1D0A-4017-ACC3-2B2EEFC452B4}" sibTransId="{FB400D07-F739-4C8F-A2A1-DFC85B4F7F9D}"/>
    <dgm:cxn modelId="{0EF1289D-3B15-3940-848E-DE1B34DFE470}" type="presOf" srcId="{BF2329AA-9F39-4CBB-9504-91F3141FFA25}" destId="{1942EADE-F3F0-8049-9888-F237EAAE6BC7}" srcOrd="0" destOrd="0" presId="urn:microsoft.com/office/officeart/2005/8/layout/default"/>
    <dgm:cxn modelId="{57E9BBBC-61D3-BE4A-A8FF-5DF812CB7FDF}" type="presOf" srcId="{6CBFF823-05A3-4EBC-B500-ECB4D6C0C579}" destId="{3785DF29-2AF3-5847-8899-72D077F19522}" srcOrd="0" destOrd="0" presId="urn:microsoft.com/office/officeart/2005/8/layout/default"/>
    <dgm:cxn modelId="{FE1D5BD4-7F6B-604E-8FC9-6BB404F72EEA}" type="presOf" srcId="{06D04321-A8A6-4EF3-BFCF-D7C8BCD3FC33}" destId="{3881E201-73B1-F041-BD77-B9D8DCC3A217}" srcOrd="0" destOrd="0" presId="urn:microsoft.com/office/officeart/2005/8/layout/default"/>
    <dgm:cxn modelId="{BD4A64D6-7A2A-DD4F-83E8-0DDF938BD9CE}" type="presOf" srcId="{B5221AED-65BD-488C-8039-D1877409232B}" destId="{9438C77E-C334-0E43-8B38-E7A9ED605274}" srcOrd="0" destOrd="0" presId="urn:microsoft.com/office/officeart/2005/8/layout/default"/>
    <dgm:cxn modelId="{298D43D9-A934-41F9-82A8-34247CEFD742}" srcId="{642D790A-EDD6-4DDD-9D3D-6A1B79CD3F94}" destId="{B5221AED-65BD-488C-8039-D1877409232B}" srcOrd="0" destOrd="0" parTransId="{9502FBB1-45F2-4186-A5F0-218BCC6605A8}" sibTransId="{74292573-AEB2-4F70-ACF9-66124584CC83}"/>
    <dgm:cxn modelId="{713665F9-7762-444E-B06A-7336EECC4115}" srcId="{642D790A-EDD6-4DDD-9D3D-6A1B79CD3F94}" destId="{06D04321-A8A6-4EF3-BFCF-D7C8BCD3FC33}" srcOrd="5" destOrd="0" parTransId="{4060FD99-22DE-40D8-8D6B-936A30352BEB}" sibTransId="{BE83565D-179C-4AFD-98CE-E2DFB9E4421A}"/>
    <dgm:cxn modelId="{B0632AFE-C497-45A8-8E6B-A29B70D10FE6}" srcId="{642D790A-EDD6-4DDD-9D3D-6A1B79CD3F94}" destId="{42DCEAF8-41D9-4BC1-AF8E-8F8344A4CD1B}" srcOrd="9" destOrd="0" parTransId="{2B184E09-E341-4481-9E77-50A0E25C16E6}" sibTransId="{9CB4C7D0-0DC7-4677-B1C3-0AB6E7642577}"/>
    <dgm:cxn modelId="{DE87EE00-8585-F249-BF50-134BDC654552}" type="presParOf" srcId="{236A6B52-490E-1146-B6CE-4C744142A6F2}" destId="{9438C77E-C334-0E43-8B38-E7A9ED605274}" srcOrd="0" destOrd="0" presId="urn:microsoft.com/office/officeart/2005/8/layout/default"/>
    <dgm:cxn modelId="{D533E776-C4A5-2240-B0A7-9D8C74896C59}" type="presParOf" srcId="{236A6B52-490E-1146-B6CE-4C744142A6F2}" destId="{05D35D3C-18A4-0B4E-8D6C-02D3DEF1394D}" srcOrd="1" destOrd="0" presId="urn:microsoft.com/office/officeart/2005/8/layout/default"/>
    <dgm:cxn modelId="{B0ED119B-65D8-D54F-BFA0-0FFE9482C232}" type="presParOf" srcId="{236A6B52-490E-1146-B6CE-4C744142A6F2}" destId="{1942EADE-F3F0-8049-9888-F237EAAE6BC7}" srcOrd="2" destOrd="0" presId="urn:microsoft.com/office/officeart/2005/8/layout/default"/>
    <dgm:cxn modelId="{E8A07AF2-340D-A640-84C0-B26C2D2D7C3B}" type="presParOf" srcId="{236A6B52-490E-1146-B6CE-4C744142A6F2}" destId="{41F57D97-4D42-1E4D-97C3-E2445B2276EB}" srcOrd="3" destOrd="0" presId="urn:microsoft.com/office/officeart/2005/8/layout/default"/>
    <dgm:cxn modelId="{34F0F99E-E5DE-464B-BFEB-618B12EAD8BE}" type="presParOf" srcId="{236A6B52-490E-1146-B6CE-4C744142A6F2}" destId="{18FC8312-D9BB-4B4A-9E49-34BB85109A1E}" srcOrd="4" destOrd="0" presId="urn:microsoft.com/office/officeart/2005/8/layout/default"/>
    <dgm:cxn modelId="{D2A5B729-56AB-6945-B8CF-8A1B35B60261}" type="presParOf" srcId="{236A6B52-490E-1146-B6CE-4C744142A6F2}" destId="{23AF0BC0-12ED-554A-9021-206EF3ABC4E5}" srcOrd="5" destOrd="0" presId="urn:microsoft.com/office/officeart/2005/8/layout/default"/>
    <dgm:cxn modelId="{88A8CF4F-3F44-874A-A9F0-7D3F33F4909F}" type="presParOf" srcId="{236A6B52-490E-1146-B6CE-4C744142A6F2}" destId="{B2129A59-0E74-1C4A-8E89-4F4C3ED47079}" srcOrd="6" destOrd="0" presId="urn:microsoft.com/office/officeart/2005/8/layout/default"/>
    <dgm:cxn modelId="{9796A7FA-F75E-8349-9030-F94A1BEB949B}" type="presParOf" srcId="{236A6B52-490E-1146-B6CE-4C744142A6F2}" destId="{273B391D-E0AE-904C-BDA0-42A8758856FC}" srcOrd="7" destOrd="0" presId="urn:microsoft.com/office/officeart/2005/8/layout/default"/>
    <dgm:cxn modelId="{E6FBE98F-4BD9-424F-B30F-738CBD95EE6E}" type="presParOf" srcId="{236A6B52-490E-1146-B6CE-4C744142A6F2}" destId="{EDBBEACD-4F4D-1C4B-B822-EE9E5A9EDDD9}" srcOrd="8" destOrd="0" presId="urn:microsoft.com/office/officeart/2005/8/layout/default"/>
    <dgm:cxn modelId="{3E2FB0C1-695F-C64E-9736-D2A7AA39E8AB}" type="presParOf" srcId="{236A6B52-490E-1146-B6CE-4C744142A6F2}" destId="{40CB5AE1-9990-BC45-967F-BDF676D7B692}" srcOrd="9" destOrd="0" presId="urn:microsoft.com/office/officeart/2005/8/layout/default"/>
    <dgm:cxn modelId="{32DEA4EF-1CE0-BA40-B15B-771737F30E42}" type="presParOf" srcId="{236A6B52-490E-1146-B6CE-4C744142A6F2}" destId="{3881E201-73B1-F041-BD77-B9D8DCC3A217}" srcOrd="10" destOrd="0" presId="urn:microsoft.com/office/officeart/2005/8/layout/default"/>
    <dgm:cxn modelId="{C6D07989-E1AA-B342-9875-EC58A3D6D8AC}" type="presParOf" srcId="{236A6B52-490E-1146-B6CE-4C744142A6F2}" destId="{06A5E798-837E-D447-A901-D2E4374690A7}" srcOrd="11" destOrd="0" presId="urn:microsoft.com/office/officeart/2005/8/layout/default"/>
    <dgm:cxn modelId="{0BE4D38F-6047-C747-93F6-7239D5E3E955}" type="presParOf" srcId="{236A6B52-490E-1146-B6CE-4C744142A6F2}" destId="{DFAD85E1-6FD2-654A-9E24-782B5E2FCB42}" srcOrd="12" destOrd="0" presId="urn:microsoft.com/office/officeart/2005/8/layout/default"/>
    <dgm:cxn modelId="{1BF37058-96D5-D74D-AC7B-8A9ECCF52899}" type="presParOf" srcId="{236A6B52-490E-1146-B6CE-4C744142A6F2}" destId="{D01896F9-8536-2746-9946-745F72277646}" srcOrd="13" destOrd="0" presId="urn:microsoft.com/office/officeart/2005/8/layout/default"/>
    <dgm:cxn modelId="{A2244194-0D8F-4D49-BD85-50B649B6C9DB}" type="presParOf" srcId="{236A6B52-490E-1146-B6CE-4C744142A6F2}" destId="{3785DF29-2AF3-5847-8899-72D077F19522}" srcOrd="14" destOrd="0" presId="urn:microsoft.com/office/officeart/2005/8/layout/default"/>
    <dgm:cxn modelId="{70D92A37-9938-684D-B893-B66FDD7C626C}" type="presParOf" srcId="{236A6B52-490E-1146-B6CE-4C744142A6F2}" destId="{9CDFFAA8-F0A4-C347-8A0C-C5E3D99DA573}" srcOrd="15" destOrd="0" presId="urn:microsoft.com/office/officeart/2005/8/layout/default"/>
    <dgm:cxn modelId="{F1D15EF8-B983-C84A-BEF5-D0C46F2640D9}" type="presParOf" srcId="{236A6B52-490E-1146-B6CE-4C744142A6F2}" destId="{710DFE32-401C-4741-97D8-8C63419B5D4F}" srcOrd="16" destOrd="0" presId="urn:microsoft.com/office/officeart/2005/8/layout/default"/>
    <dgm:cxn modelId="{DB337388-A24C-CD4C-A5D4-91B724504CB7}" type="presParOf" srcId="{236A6B52-490E-1146-B6CE-4C744142A6F2}" destId="{C754AE9E-69B1-634E-A022-BF2C9B3A499D}" srcOrd="17" destOrd="0" presId="urn:microsoft.com/office/officeart/2005/8/layout/default"/>
    <dgm:cxn modelId="{2C16236E-65F0-D74B-86A3-417CC0E42069}" type="presParOf" srcId="{236A6B52-490E-1146-B6CE-4C744142A6F2}" destId="{88B7A94D-F736-6145-A3AF-A9CAF15C239D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734B32-6769-49BD-BAFB-38227B048E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45D9C9-E8AA-415A-A39B-61780C76DA61}">
      <dgm:prSet/>
      <dgm:spPr/>
      <dgm:t>
        <a:bodyPr/>
        <a:lstStyle/>
        <a:p>
          <a:r>
            <a:rPr lang="en-US" b="0" i="0" baseline="0"/>
            <a:t>Automatically extracts features</a:t>
          </a:r>
          <a:endParaRPr lang="en-US"/>
        </a:p>
      </dgm:t>
    </dgm:pt>
    <dgm:pt modelId="{437261BE-3BCD-4B6D-90C7-E837D01ADE1F}" type="parTrans" cxnId="{BB67010B-3A94-4300-AE74-34FFD85DC9BB}">
      <dgm:prSet/>
      <dgm:spPr/>
      <dgm:t>
        <a:bodyPr/>
        <a:lstStyle/>
        <a:p>
          <a:endParaRPr lang="en-US"/>
        </a:p>
      </dgm:t>
    </dgm:pt>
    <dgm:pt modelId="{D0379797-C089-487E-90AA-116207B5010E}" type="sibTrans" cxnId="{BB67010B-3A94-4300-AE74-34FFD85DC9BB}">
      <dgm:prSet/>
      <dgm:spPr/>
      <dgm:t>
        <a:bodyPr/>
        <a:lstStyle/>
        <a:p>
          <a:endParaRPr lang="en-US"/>
        </a:p>
      </dgm:t>
    </dgm:pt>
    <dgm:pt modelId="{69152E92-51BA-45EB-8A9D-CEB2FD1D844E}">
      <dgm:prSet/>
      <dgm:spPr/>
      <dgm:t>
        <a:bodyPr/>
        <a:lstStyle/>
        <a:p>
          <a:r>
            <a:rPr lang="en-US" b="0" i="0" baseline="0"/>
            <a:t>Better accuracy for image data</a:t>
          </a:r>
          <a:endParaRPr lang="en-US"/>
        </a:p>
      </dgm:t>
    </dgm:pt>
    <dgm:pt modelId="{479E84DE-2543-43D9-92B5-4AEBE6C6B4C8}" type="parTrans" cxnId="{438DB31A-91CA-4DA2-9E45-29C992FABC79}">
      <dgm:prSet/>
      <dgm:spPr/>
      <dgm:t>
        <a:bodyPr/>
        <a:lstStyle/>
        <a:p>
          <a:endParaRPr lang="en-US"/>
        </a:p>
      </dgm:t>
    </dgm:pt>
    <dgm:pt modelId="{48197CA5-C6C4-4C5D-8C76-DA43BAE3C342}" type="sibTrans" cxnId="{438DB31A-91CA-4DA2-9E45-29C992FABC79}">
      <dgm:prSet/>
      <dgm:spPr/>
      <dgm:t>
        <a:bodyPr/>
        <a:lstStyle/>
        <a:p>
          <a:endParaRPr lang="en-US"/>
        </a:p>
      </dgm:t>
    </dgm:pt>
    <dgm:pt modelId="{60FECA47-F778-4E4C-98A2-1E9EC4DD8364}">
      <dgm:prSet/>
      <dgm:spPr/>
      <dgm:t>
        <a:bodyPr/>
        <a:lstStyle/>
        <a:p>
          <a:r>
            <a:rPr lang="en-US" b="0" i="0" baseline="0"/>
            <a:t>Reduces manual feature engineering</a:t>
          </a:r>
          <a:endParaRPr lang="en-US"/>
        </a:p>
      </dgm:t>
    </dgm:pt>
    <dgm:pt modelId="{C5D854FF-EBEB-40B5-9659-36503BB0CAC4}" type="parTrans" cxnId="{3385A3D3-8871-4D31-AF66-65A72260E9E2}">
      <dgm:prSet/>
      <dgm:spPr/>
      <dgm:t>
        <a:bodyPr/>
        <a:lstStyle/>
        <a:p>
          <a:endParaRPr lang="en-US"/>
        </a:p>
      </dgm:t>
    </dgm:pt>
    <dgm:pt modelId="{69E60C44-A3D7-42F9-960B-CA62933B0EA0}" type="sibTrans" cxnId="{3385A3D3-8871-4D31-AF66-65A72260E9E2}">
      <dgm:prSet/>
      <dgm:spPr/>
      <dgm:t>
        <a:bodyPr/>
        <a:lstStyle/>
        <a:p>
          <a:endParaRPr lang="en-US"/>
        </a:p>
      </dgm:t>
    </dgm:pt>
    <dgm:pt modelId="{0142CEE4-960B-424E-A627-F27C74E5FD85}" type="pres">
      <dgm:prSet presAssocID="{31734B32-6769-49BD-BAFB-38227B048EC4}" presName="root" presStyleCnt="0">
        <dgm:presLayoutVars>
          <dgm:dir/>
          <dgm:resizeHandles val="exact"/>
        </dgm:presLayoutVars>
      </dgm:prSet>
      <dgm:spPr/>
    </dgm:pt>
    <dgm:pt modelId="{80431158-21D1-4712-A315-32A4021F8800}" type="pres">
      <dgm:prSet presAssocID="{9A45D9C9-E8AA-415A-A39B-61780C76DA61}" presName="compNode" presStyleCnt="0"/>
      <dgm:spPr/>
    </dgm:pt>
    <dgm:pt modelId="{E363E8F5-DAC5-400F-A14C-564F394291FE}" type="pres">
      <dgm:prSet presAssocID="{9A45D9C9-E8AA-415A-A39B-61780C76DA61}" presName="bgRect" presStyleLbl="bgShp" presStyleIdx="0" presStyleCnt="3"/>
      <dgm:spPr/>
    </dgm:pt>
    <dgm:pt modelId="{003FBFF7-8F00-46A5-A4A0-1B9CCBB7C706}" type="pres">
      <dgm:prSet presAssocID="{9A45D9C9-E8AA-415A-A39B-61780C76DA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E9777EF-BC64-4E73-80DC-CD9B78E29A06}" type="pres">
      <dgm:prSet presAssocID="{9A45D9C9-E8AA-415A-A39B-61780C76DA61}" presName="spaceRect" presStyleCnt="0"/>
      <dgm:spPr/>
    </dgm:pt>
    <dgm:pt modelId="{8AAA302A-2663-443F-A93B-A0E240FA9D37}" type="pres">
      <dgm:prSet presAssocID="{9A45D9C9-E8AA-415A-A39B-61780C76DA61}" presName="parTx" presStyleLbl="revTx" presStyleIdx="0" presStyleCnt="3">
        <dgm:presLayoutVars>
          <dgm:chMax val="0"/>
          <dgm:chPref val="0"/>
        </dgm:presLayoutVars>
      </dgm:prSet>
      <dgm:spPr/>
    </dgm:pt>
    <dgm:pt modelId="{8B4A67CB-B4E4-45CE-B586-692A341362D9}" type="pres">
      <dgm:prSet presAssocID="{D0379797-C089-487E-90AA-116207B5010E}" presName="sibTrans" presStyleCnt="0"/>
      <dgm:spPr/>
    </dgm:pt>
    <dgm:pt modelId="{FCF269C8-FA53-48F4-BE6B-A90A3C8F2252}" type="pres">
      <dgm:prSet presAssocID="{69152E92-51BA-45EB-8A9D-CEB2FD1D844E}" presName="compNode" presStyleCnt="0"/>
      <dgm:spPr/>
    </dgm:pt>
    <dgm:pt modelId="{1DE79AB4-970E-413C-B722-2713A61023E5}" type="pres">
      <dgm:prSet presAssocID="{69152E92-51BA-45EB-8A9D-CEB2FD1D844E}" presName="bgRect" presStyleLbl="bgShp" presStyleIdx="1" presStyleCnt="3"/>
      <dgm:spPr/>
    </dgm:pt>
    <dgm:pt modelId="{5F2E4AAD-ABE1-46AD-890B-6AB7986A1BA0}" type="pres">
      <dgm:prSet presAssocID="{69152E92-51BA-45EB-8A9D-CEB2FD1D84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905761B-D4F2-4819-968C-FE3468252E3B}" type="pres">
      <dgm:prSet presAssocID="{69152E92-51BA-45EB-8A9D-CEB2FD1D844E}" presName="spaceRect" presStyleCnt="0"/>
      <dgm:spPr/>
    </dgm:pt>
    <dgm:pt modelId="{3284B2C4-AEC0-4AC3-B6C0-3E841E06F0B9}" type="pres">
      <dgm:prSet presAssocID="{69152E92-51BA-45EB-8A9D-CEB2FD1D844E}" presName="parTx" presStyleLbl="revTx" presStyleIdx="1" presStyleCnt="3">
        <dgm:presLayoutVars>
          <dgm:chMax val="0"/>
          <dgm:chPref val="0"/>
        </dgm:presLayoutVars>
      </dgm:prSet>
      <dgm:spPr/>
    </dgm:pt>
    <dgm:pt modelId="{54C20744-12F0-44D3-A8F1-23F5B58C7D49}" type="pres">
      <dgm:prSet presAssocID="{48197CA5-C6C4-4C5D-8C76-DA43BAE3C342}" presName="sibTrans" presStyleCnt="0"/>
      <dgm:spPr/>
    </dgm:pt>
    <dgm:pt modelId="{924E9543-A784-482A-B2BF-A7633F24173F}" type="pres">
      <dgm:prSet presAssocID="{60FECA47-F778-4E4C-98A2-1E9EC4DD8364}" presName="compNode" presStyleCnt="0"/>
      <dgm:spPr/>
    </dgm:pt>
    <dgm:pt modelId="{9746F98B-F6F8-4455-BEA6-D764FC8AC0E4}" type="pres">
      <dgm:prSet presAssocID="{60FECA47-F778-4E4C-98A2-1E9EC4DD8364}" presName="bgRect" presStyleLbl="bgShp" presStyleIdx="2" presStyleCnt="3"/>
      <dgm:spPr/>
    </dgm:pt>
    <dgm:pt modelId="{EFBC0060-898D-4627-9853-DA2E8CBFF22F}" type="pres">
      <dgm:prSet presAssocID="{60FECA47-F778-4E4C-98A2-1E9EC4DD83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19BA696-2433-440A-B928-3BBA3A4D6969}" type="pres">
      <dgm:prSet presAssocID="{60FECA47-F778-4E4C-98A2-1E9EC4DD8364}" presName="spaceRect" presStyleCnt="0"/>
      <dgm:spPr/>
    </dgm:pt>
    <dgm:pt modelId="{95B205E1-D2A9-473E-BD66-7B32353DDD89}" type="pres">
      <dgm:prSet presAssocID="{60FECA47-F778-4E4C-98A2-1E9EC4DD83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B4D405-AE05-45F7-9845-65107DA01B1A}" type="presOf" srcId="{9A45D9C9-E8AA-415A-A39B-61780C76DA61}" destId="{8AAA302A-2663-443F-A93B-A0E240FA9D37}" srcOrd="0" destOrd="0" presId="urn:microsoft.com/office/officeart/2018/2/layout/IconVerticalSolidList"/>
    <dgm:cxn modelId="{BB67010B-3A94-4300-AE74-34FFD85DC9BB}" srcId="{31734B32-6769-49BD-BAFB-38227B048EC4}" destId="{9A45D9C9-E8AA-415A-A39B-61780C76DA61}" srcOrd="0" destOrd="0" parTransId="{437261BE-3BCD-4B6D-90C7-E837D01ADE1F}" sibTransId="{D0379797-C089-487E-90AA-116207B5010E}"/>
    <dgm:cxn modelId="{438DB31A-91CA-4DA2-9E45-29C992FABC79}" srcId="{31734B32-6769-49BD-BAFB-38227B048EC4}" destId="{69152E92-51BA-45EB-8A9D-CEB2FD1D844E}" srcOrd="1" destOrd="0" parTransId="{479E84DE-2543-43D9-92B5-4AEBE6C6B4C8}" sibTransId="{48197CA5-C6C4-4C5D-8C76-DA43BAE3C342}"/>
    <dgm:cxn modelId="{0200E942-9A17-4292-B010-11137B26ADCA}" type="presOf" srcId="{60FECA47-F778-4E4C-98A2-1E9EC4DD8364}" destId="{95B205E1-D2A9-473E-BD66-7B32353DDD89}" srcOrd="0" destOrd="0" presId="urn:microsoft.com/office/officeart/2018/2/layout/IconVerticalSolidList"/>
    <dgm:cxn modelId="{42AB0D8C-E520-4EA0-B6A2-E3638565BE77}" type="presOf" srcId="{31734B32-6769-49BD-BAFB-38227B048EC4}" destId="{0142CEE4-960B-424E-A627-F27C74E5FD85}" srcOrd="0" destOrd="0" presId="urn:microsoft.com/office/officeart/2018/2/layout/IconVerticalSolidList"/>
    <dgm:cxn modelId="{C9AFDEB5-A1DB-49B4-9991-0914F2F83AAF}" type="presOf" srcId="{69152E92-51BA-45EB-8A9D-CEB2FD1D844E}" destId="{3284B2C4-AEC0-4AC3-B6C0-3E841E06F0B9}" srcOrd="0" destOrd="0" presId="urn:microsoft.com/office/officeart/2018/2/layout/IconVerticalSolidList"/>
    <dgm:cxn modelId="{3385A3D3-8871-4D31-AF66-65A72260E9E2}" srcId="{31734B32-6769-49BD-BAFB-38227B048EC4}" destId="{60FECA47-F778-4E4C-98A2-1E9EC4DD8364}" srcOrd="2" destOrd="0" parTransId="{C5D854FF-EBEB-40B5-9659-36503BB0CAC4}" sibTransId="{69E60C44-A3D7-42F9-960B-CA62933B0EA0}"/>
    <dgm:cxn modelId="{D33813D1-6C55-4185-82BA-A3EFC0C95B23}" type="presParOf" srcId="{0142CEE4-960B-424E-A627-F27C74E5FD85}" destId="{80431158-21D1-4712-A315-32A4021F8800}" srcOrd="0" destOrd="0" presId="urn:microsoft.com/office/officeart/2018/2/layout/IconVerticalSolidList"/>
    <dgm:cxn modelId="{A1DF3468-7993-42AA-9798-380A3F10DA63}" type="presParOf" srcId="{80431158-21D1-4712-A315-32A4021F8800}" destId="{E363E8F5-DAC5-400F-A14C-564F394291FE}" srcOrd="0" destOrd="0" presId="urn:microsoft.com/office/officeart/2018/2/layout/IconVerticalSolidList"/>
    <dgm:cxn modelId="{2DBB641C-C332-4767-B0A3-D97DE87CB5BA}" type="presParOf" srcId="{80431158-21D1-4712-A315-32A4021F8800}" destId="{003FBFF7-8F00-46A5-A4A0-1B9CCBB7C706}" srcOrd="1" destOrd="0" presId="urn:microsoft.com/office/officeart/2018/2/layout/IconVerticalSolidList"/>
    <dgm:cxn modelId="{39DCE253-F32B-41F9-888E-4A1F32BB5225}" type="presParOf" srcId="{80431158-21D1-4712-A315-32A4021F8800}" destId="{3E9777EF-BC64-4E73-80DC-CD9B78E29A06}" srcOrd="2" destOrd="0" presId="urn:microsoft.com/office/officeart/2018/2/layout/IconVerticalSolidList"/>
    <dgm:cxn modelId="{97FA7ECE-8BC1-4B0F-AF02-2E8E700C636F}" type="presParOf" srcId="{80431158-21D1-4712-A315-32A4021F8800}" destId="{8AAA302A-2663-443F-A93B-A0E240FA9D37}" srcOrd="3" destOrd="0" presId="urn:microsoft.com/office/officeart/2018/2/layout/IconVerticalSolidList"/>
    <dgm:cxn modelId="{D032FEF5-7018-4697-B0A7-434CA5341315}" type="presParOf" srcId="{0142CEE4-960B-424E-A627-F27C74E5FD85}" destId="{8B4A67CB-B4E4-45CE-B586-692A341362D9}" srcOrd="1" destOrd="0" presId="urn:microsoft.com/office/officeart/2018/2/layout/IconVerticalSolidList"/>
    <dgm:cxn modelId="{6F3E367B-3E06-4569-97B1-19372206E93C}" type="presParOf" srcId="{0142CEE4-960B-424E-A627-F27C74E5FD85}" destId="{FCF269C8-FA53-48F4-BE6B-A90A3C8F2252}" srcOrd="2" destOrd="0" presId="urn:microsoft.com/office/officeart/2018/2/layout/IconVerticalSolidList"/>
    <dgm:cxn modelId="{8A34A6A2-7257-4677-9976-5DC745567119}" type="presParOf" srcId="{FCF269C8-FA53-48F4-BE6B-A90A3C8F2252}" destId="{1DE79AB4-970E-413C-B722-2713A61023E5}" srcOrd="0" destOrd="0" presId="urn:microsoft.com/office/officeart/2018/2/layout/IconVerticalSolidList"/>
    <dgm:cxn modelId="{C1BCB299-33CB-46F7-914F-3891CBBB8311}" type="presParOf" srcId="{FCF269C8-FA53-48F4-BE6B-A90A3C8F2252}" destId="{5F2E4AAD-ABE1-46AD-890B-6AB7986A1BA0}" srcOrd="1" destOrd="0" presId="urn:microsoft.com/office/officeart/2018/2/layout/IconVerticalSolidList"/>
    <dgm:cxn modelId="{CC5C43FD-61F1-44B7-814F-6CC487BEF23E}" type="presParOf" srcId="{FCF269C8-FA53-48F4-BE6B-A90A3C8F2252}" destId="{9905761B-D4F2-4819-968C-FE3468252E3B}" srcOrd="2" destOrd="0" presId="urn:microsoft.com/office/officeart/2018/2/layout/IconVerticalSolidList"/>
    <dgm:cxn modelId="{C80D36E4-BFFD-4141-8639-B96D65C975F3}" type="presParOf" srcId="{FCF269C8-FA53-48F4-BE6B-A90A3C8F2252}" destId="{3284B2C4-AEC0-4AC3-B6C0-3E841E06F0B9}" srcOrd="3" destOrd="0" presId="urn:microsoft.com/office/officeart/2018/2/layout/IconVerticalSolidList"/>
    <dgm:cxn modelId="{147E3A0E-E619-451C-B01B-AA83634D5027}" type="presParOf" srcId="{0142CEE4-960B-424E-A627-F27C74E5FD85}" destId="{54C20744-12F0-44D3-A8F1-23F5B58C7D49}" srcOrd="3" destOrd="0" presId="urn:microsoft.com/office/officeart/2018/2/layout/IconVerticalSolidList"/>
    <dgm:cxn modelId="{113E7718-4AC7-487D-AC3B-980B851F3307}" type="presParOf" srcId="{0142CEE4-960B-424E-A627-F27C74E5FD85}" destId="{924E9543-A784-482A-B2BF-A7633F24173F}" srcOrd="4" destOrd="0" presId="urn:microsoft.com/office/officeart/2018/2/layout/IconVerticalSolidList"/>
    <dgm:cxn modelId="{516B51B7-FEB2-4840-9ECC-19EB7DE03669}" type="presParOf" srcId="{924E9543-A784-482A-B2BF-A7633F24173F}" destId="{9746F98B-F6F8-4455-BEA6-D764FC8AC0E4}" srcOrd="0" destOrd="0" presId="urn:microsoft.com/office/officeart/2018/2/layout/IconVerticalSolidList"/>
    <dgm:cxn modelId="{CB680D31-F3C7-45F3-BE10-05FF250E7BB9}" type="presParOf" srcId="{924E9543-A784-482A-B2BF-A7633F24173F}" destId="{EFBC0060-898D-4627-9853-DA2E8CBFF22F}" srcOrd="1" destOrd="0" presId="urn:microsoft.com/office/officeart/2018/2/layout/IconVerticalSolidList"/>
    <dgm:cxn modelId="{BEA06545-616C-40D9-A961-C07B5BDD781D}" type="presParOf" srcId="{924E9543-A784-482A-B2BF-A7633F24173F}" destId="{219BA696-2433-440A-B928-3BBA3A4D6969}" srcOrd="2" destOrd="0" presId="urn:microsoft.com/office/officeart/2018/2/layout/IconVerticalSolidList"/>
    <dgm:cxn modelId="{135A948F-D2B9-4534-8A10-B5C47F0E6365}" type="presParOf" srcId="{924E9543-A784-482A-B2BF-A7633F24173F}" destId="{95B205E1-D2A9-473E-BD66-7B32353DDD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F26917-0985-4B42-B85D-57A10854AE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DB27050-CF2E-4A89-88B4-EFC45E573602}">
      <dgm:prSet/>
      <dgm:spPr/>
      <dgm:t>
        <a:bodyPr/>
        <a:lstStyle/>
        <a:p>
          <a:r>
            <a:rPr lang="en-US" b="0" i="0" baseline="0"/>
            <a:t>Fashion product classification</a:t>
          </a:r>
          <a:endParaRPr lang="en-US"/>
        </a:p>
      </dgm:t>
    </dgm:pt>
    <dgm:pt modelId="{FA57C267-2DF3-4EA2-8A62-B60AC45D287F}" type="parTrans" cxnId="{3DE1FA08-E738-4498-A31E-3A53A9B5B2D3}">
      <dgm:prSet/>
      <dgm:spPr/>
      <dgm:t>
        <a:bodyPr/>
        <a:lstStyle/>
        <a:p>
          <a:endParaRPr lang="en-US"/>
        </a:p>
      </dgm:t>
    </dgm:pt>
    <dgm:pt modelId="{9F1C7212-71F6-43F1-BE0E-7A3C02EB3462}" type="sibTrans" cxnId="{3DE1FA08-E738-4498-A31E-3A53A9B5B2D3}">
      <dgm:prSet/>
      <dgm:spPr/>
      <dgm:t>
        <a:bodyPr/>
        <a:lstStyle/>
        <a:p>
          <a:endParaRPr lang="en-US"/>
        </a:p>
      </dgm:t>
    </dgm:pt>
    <dgm:pt modelId="{EEE20178-6CB5-49F8-9D54-5091F152D388}">
      <dgm:prSet/>
      <dgm:spPr/>
      <dgm:t>
        <a:bodyPr/>
        <a:lstStyle/>
        <a:p>
          <a:r>
            <a:rPr lang="en-US" b="0" i="0" baseline="0"/>
            <a:t>E-commerce recommendation systems</a:t>
          </a:r>
          <a:endParaRPr lang="en-US"/>
        </a:p>
      </dgm:t>
    </dgm:pt>
    <dgm:pt modelId="{A6482F3E-E808-47B4-BD03-7FF24254DA83}" type="parTrans" cxnId="{B38761F0-DED2-438C-8122-F0D1359AA617}">
      <dgm:prSet/>
      <dgm:spPr/>
      <dgm:t>
        <a:bodyPr/>
        <a:lstStyle/>
        <a:p>
          <a:endParaRPr lang="en-US"/>
        </a:p>
      </dgm:t>
    </dgm:pt>
    <dgm:pt modelId="{C3EA6F5C-2581-45EF-A32E-5BD8D7AA9E77}" type="sibTrans" cxnId="{B38761F0-DED2-438C-8122-F0D1359AA617}">
      <dgm:prSet/>
      <dgm:spPr/>
      <dgm:t>
        <a:bodyPr/>
        <a:lstStyle/>
        <a:p>
          <a:endParaRPr lang="en-US"/>
        </a:p>
      </dgm:t>
    </dgm:pt>
    <dgm:pt modelId="{96227D36-1860-479C-A49A-4A405B2820A4}">
      <dgm:prSet/>
      <dgm:spPr/>
      <dgm:t>
        <a:bodyPr/>
        <a:lstStyle/>
        <a:p>
          <a:r>
            <a:rPr lang="en-US" b="0" i="0" baseline="0"/>
            <a:t>Image recognition systems</a:t>
          </a:r>
          <a:endParaRPr lang="en-US"/>
        </a:p>
      </dgm:t>
    </dgm:pt>
    <dgm:pt modelId="{7A071CF8-EAF7-4F81-995E-145199794F91}" type="parTrans" cxnId="{8549D552-3B44-4566-8E9F-1C6365A7555C}">
      <dgm:prSet/>
      <dgm:spPr/>
      <dgm:t>
        <a:bodyPr/>
        <a:lstStyle/>
        <a:p>
          <a:endParaRPr lang="en-US"/>
        </a:p>
      </dgm:t>
    </dgm:pt>
    <dgm:pt modelId="{D9186F0D-7153-4BD5-9973-C93FC682A4E0}" type="sibTrans" cxnId="{8549D552-3B44-4566-8E9F-1C6365A7555C}">
      <dgm:prSet/>
      <dgm:spPr/>
      <dgm:t>
        <a:bodyPr/>
        <a:lstStyle/>
        <a:p>
          <a:endParaRPr lang="en-US"/>
        </a:p>
      </dgm:t>
    </dgm:pt>
    <dgm:pt modelId="{9521B52D-0436-4036-B426-541AD16C5CA9}">
      <dgm:prSet/>
      <dgm:spPr/>
      <dgm:t>
        <a:bodyPr/>
        <a:lstStyle/>
        <a:p>
          <a:r>
            <a:rPr lang="en-US" b="0" i="0" baseline="0"/>
            <a:t>Retail analytics</a:t>
          </a:r>
          <a:endParaRPr lang="en-US"/>
        </a:p>
      </dgm:t>
    </dgm:pt>
    <dgm:pt modelId="{359C45FB-0B77-4E97-8000-D5F234FB210E}" type="parTrans" cxnId="{D0FD09F9-64C4-42EF-9A7C-5ECF04D452E2}">
      <dgm:prSet/>
      <dgm:spPr/>
      <dgm:t>
        <a:bodyPr/>
        <a:lstStyle/>
        <a:p>
          <a:endParaRPr lang="en-US"/>
        </a:p>
      </dgm:t>
    </dgm:pt>
    <dgm:pt modelId="{4021A042-7F84-4579-9C48-C643D5C2811A}" type="sibTrans" cxnId="{D0FD09F9-64C4-42EF-9A7C-5ECF04D452E2}">
      <dgm:prSet/>
      <dgm:spPr/>
      <dgm:t>
        <a:bodyPr/>
        <a:lstStyle/>
        <a:p>
          <a:endParaRPr lang="en-US"/>
        </a:p>
      </dgm:t>
    </dgm:pt>
    <dgm:pt modelId="{A2A9F827-C7C7-44A0-87D2-FD8F428EE0FA}" type="pres">
      <dgm:prSet presAssocID="{B6F26917-0985-4B42-B85D-57A10854AE55}" presName="root" presStyleCnt="0">
        <dgm:presLayoutVars>
          <dgm:dir/>
          <dgm:resizeHandles val="exact"/>
        </dgm:presLayoutVars>
      </dgm:prSet>
      <dgm:spPr/>
    </dgm:pt>
    <dgm:pt modelId="{EAD09A13-0A47-4906-A818-26FB94A62733}" type="pres">
      <dgm:prSet presAssocID="{DDB27050-CF2E-4A89-88B4-EFC45E573602}" presName="compNode" presStyleCnt="0"/>
      <dgm:spPr/>
    </dgm:pt>
    <dgm:pt modelId="{B95C5EEC-6AB6-4021-8095-EDB1ED2C245C}" type="pres">
      <dgm:prSet presAssocID="{DDB27050-CF2E-4A89-88B4-EFC45E573602}" presName="bgRect" presStyleLbl="bgShp" presStyleIdx="0" presStyleCnt="4"/>
      <dgm:spPr/>
    </dgm:pt>
    <dgm:pt modelId="{B6826E4B-4266-4C7F-85F1-F65C650EA2E2}" type="pres">
      <dgm:prSet presAssocID="{DDB27050-CF2E-4A89-88B4-EFC45E57360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irt"/>
        </a:ext>
      </dgm:extLst>
    </dgm:pt>
    <dgm:pt modelId="{47DE150D-4C13-4F39-8ABF-D5106A7BB0AE}" type="pres">
      <dgm:prSet presAssocID="{DDB27050-CF2E-4A89-88B4-EFC45E573602}" presName="spaceRect" presStyleCnt="0"/>
      <dgm:spPr/>
    </dgm:pt>
    <dgm:pt modelId="{F053BBFA-ED7D-46D8-8EB0-96583D8824FD}" type="pres">
      <dgm:prSet presAssocID="{DDB27050-CF2E-4A89-88B4-EFC45E573602}" presName="parTx" presStyleLbl="revTx" presStyleIdx="0" presStyleCnt="4">
        <dgm:presLayoutVars>
          <dgm:chMax val="0"/>
          <dgm:chPref val="0"/>
        </dgm:presLayoutVars>
      </dgm:prSet>
      <dgm:spPr/>
    </dgm:pt>
    <dgm:pt modelId="{07BB5472-6BEB-414B-8721-3B9D7F8C10E5}" type="pres">
      <dgm:prSet presAssocID="{9F1C7212-71F6-43F1-BE0E-7A3C02EB3462}" presName="sibTrans" presStyleCnt="0"/>
      <dgm:spPr/>
    </dgm:pt>
    <dgm:pt modelId="{D21759B6-6CFA-45DE-98E2-86194B1E0AA5}" type="pres">
      <dgm:prSet presAssocID="{EEE20178-6CB5-49F8-9D54-5091F152D388}" presName="compNode" presStyleCnt="0"/>
      <dgm:spPr/>
    </dgm:pt>
    <dgm:pt modelId="{FA551408-DFC1-4811-BE68-9A22C4D6DC0A}" type="pres">
      <dgm:prSet presAssocID="{EEE20178-6CB5-49F8-9D54-5091F152D388}" presName="bgRect" presStyleLbl="bgShp" presStyleIdx="1" presStyleCnt="4"/>
      <dgm:spPr/>
    </dgm:pt>
    <dgm:pt modelId="{3F0E0F95-52DB-4D23-A621-A35F6ED54354}" type="pres">
      <dgm:prSet presAssocID="{EEE20178-6CB5-49F8-9D54-5091F152D3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66F47BB-AEE0-48B9-B5B6-256E46A1ED1C}" type="pres">
      <dgm:prSet presAssocID="{EEE20178-6CB5-49F8-9D54-5091F152D388}" presName="spaceRect" presStyleCnt="0"/>
      <dgm:spPr/>
    </dgm:pt>
    <dgm:pt modelId="{816283E7-6F99-47DD-AB49-353657D9DC03}" type="pres">
      <dgm:prSet presAssocID="{EEE20178-6CB5-49F8-9D54-5091F152D388}" presName="parTx" presStyleLbl="revTx" presStyleIdx="1" presStyleCnt="4">
        <dgm:presLayoutVars>
          <dgm:chMax val="0"/>
          <dgm:chPref val="0"/>
        </dgm:presLayoutVars>
      </dgm:prSet>
      <dgm:spPr/>
    </dgm:pt>
    <dgm:pt modelId="{1076FBB4-BF01-44E9-8E6B-BAA965529987}" type="pres">
      <dgm:prSet presAssocID="{C3EA6F5C-2581-45EF-A32E-5BD8D7AA9E77}" presName="sibTrans" presStyleCnt="0"/>
      <dgm:spPr/>
    </dgm:pt>
    <dgm:pt modelId="{328D0C7D-1DBF-480E-B155-4EA8DFEEAA4D}" type="pres">
      <dgm:prSet presAssocID="{96227D36-1860-479C-A49A-4A405B2820A4}" presName="compNode" presStyleCnt="0"/>
      <dgm:spPr/>
    </dgm:pt>
    <dgm:pt modelId="{8CA2BF27-5C24-4561-82D8-A60C0DFE3211}" type="pres">
      <dgm:prSet presAssocID="{96227D36-1860-479C-A49A-4A405B2820A4}" presName="bgRect" presStyleLbl="bgShp" presStyleIdx="2" presStyleCnt="4"/>
      <dgm:spPr/>
    </dgm:pt>
    <dgm:pt modelId="{0F639262-E03B-4359-8A38-215E1DD71F7A}" type="pres">
      <dgm:prSet presAssocID="{96227D36-1860-479C-A49A-4A405B2820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25FE28D-798F-4BF1-BD78-5E149E4E4D12}" type="pres">
      <dgm:prSet presAssocID="{96227D36-1860-479C-A49A-4A405B2820A4}" presName="spaceRect" presStyleCnt="0"/>
      <dgm:spPr/>
    </dgm:pt>
    <dgm:pt modelId="{A17A5B6B-F990-4496-9F03-37AA8EA0DBB6}" type="pres">
      <dgm:prSet presAssocID="{96227D36-1860-479C-A49A-4A405B2820A4}" presName="parTx" presStyleLbl="revTx" presStyleIdx="2" presStyleCnt="4">
        <dgm:presLayoutVars>
          <dgm:chMax val="0"/>
          <dgm:chPref val="0"/>
        </dgm:presLayoutVars>
      </dgm:prSet>
      <dgm:spPr/>
    </dgm:pt>
    <dgm:pt modelId="{64EA402D-B0B5-4FB4-ACF3-F5E9CF248A0C}" type="pres">
      <dgm:prSet presAssocID="{D9186F0D-7153-4BD5-9973-C93FC682A4E0}" presName="sibTrans" presStyleCnt="0"/>
      <dgm:spPr/>
    </dgm:pt>
    <dgm:pt modelId="{480FA5E9-DE95-4498-994A-3ACBA5B9AB67}" type="pres">
      <dgm:prSet presAssocID="{9521B52D-0436-4036-B426-541AD16C5CA9}" presName="compNode" presStyleCnt="0"/>
      <dgm:spPr/>
    </dgm:pt>
    <dgm:pt modelId="{011CAA6D-A6B4-46DB-B45A-D92E22AFE01D}" type="pres">
      <dgm:prSet presAssocID="{9521B52D-0436-4036-B426-541AD16C5CA9}" presName="bgRect" presStyleLbl="bgShp" presStyleIdx="3" presStyleCnt="4"/>
      <dgm:spPr/>
    </dgm:pt>
    <dgm:pt modelId="{A47C6256-5723-486E-B408-AB93F6789A9A}" type="pres">
      <dgm:prSet presAssocID="{9521B52D-0436-4036-B426-541AD16C5C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E3470F6-C5C2-4E63-B25F-F2223C344E8E}" type="pres">
      <dgm:prSet presAssocID="{9521B52D-0436-4036-B426-541AD16C5CA9}" presName="spaceRect" presStyleCnt="0"/>
      <dgm:spPr/>
    </dgm:pt>
    <dgm:pt modelId="{F429AE45-954E-4C2E-8BAD-4E2AE63A654B}" type="pres">
      <dgm:prSet presAssocID="{9521B52D-0436-4036-B426-541AD16C5CA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E1FA08-E738-4498-A31E-3A53A9B5B2D3}" srcId="{B6F26917-0985-4B42-B85D-57A10854AE55}" destId="{DDB27050-CF2E-4A89-88B4-EFC45E573602}" srcOrd="0" destOrd="0" parTransId="{FA57C267-2DF3-4EA2-8A62-B60AC45D287F}" sibTransId="{9F1C7212-71F6-43F1-BE0E-7A3C02EB3462}"/>
    <dgm:cxn modelId="{D9748712-F699-49F0-BEF0-6BF16B52FD24}" type="presOf" srcId="{DDB27050-CF2E-4A89-88B4-EFC45E573602}" destId="{F053BBFA-ED7D-46D8-8EB0-96583D8824FD}" srcOrd="0" destOrd="0" presId="urn:microsoft.com/office/officeart/2018/2/layout/IconVerticalSolidList"/>
    <dgm:cxn modelId="{8549D552-3B44-4566-8E9F-1C6365A7555C}" srcId="{B6F26917-0985-4B42-B85D-57A10854AE55}" destId="{96227D36-1860-479C-A49A-4A405B2820A4}" srcOrd="2" destOrd="0" parTransId="{7A071CF8-EAF7-4F81-995E-145199794F91}" sibTransId="{D9186F0D-7153-4BD5-9973-C93FC682A4E0}"/>
    <dgm:cxn modelId="{A2B004BD-027A-4B3C-B5CF-771F63FBDB0C}" type="presOf" srcId="{EEE20178-6CB5-49F8-9D54-5091F152D388}" destId="{816283E7-6F99-47DD-AB49-353657D9DC03}" srcOrd="0" destOrd="0" presId="urn:microsoft.com/office/officeart/2018/2/layout/IconVerticalSolidList"/>
    <dgm:cxn modelId="{B38761F0-DED2-438C-8122-F0D1359AA617}" srcId="{B6F26917-0985-4B42-B85D-57A10854AE55}" destId="{EEE20178-6CB5-49F8-9D54-5091F152D388}" srcOrd="1" destOrd="0" parTransId="{A6482F3E-E808-47B4-BD03-7FF24254DA83}" sibTransId="{C3EA6F5C-2581-45EF-A32E-5BD8D7AA9E77}"/>
    <dgm:cxn modelId="{E083D3F0-8631-4094-9F13-C8C9E18D7830}" type="presOf" srcId="{B6F26917-0985-4B42-B85D-57A10854AE55}" destId="{A2A9F827-C7C7-44A0-87D2-FD8F428EE0FA}" srcOrd="0" destOrd="0" presId="urn:microsoft.com/office/officeart/2018/2/layout/IconVerticalSolidList"/>
    <dgm:cxn modelId="{E45036F6-74EB-4488-A6E1-1A7889D33EFA}" type="presOf" srcId="{96227D36-1860-479C-A49A-4A405B2820A4}" destId="{A17A5B6B-F990-4496-9F03-37AA8EA0DBB6}" srcOrd="0" destOrd="0" presId="urn:microsoft.com/office/officeart/2018/2/layout/IconVerticalSolidList"/>
    <dgm:cxn modelId="{D0FD09F9-64C4-42EF-9A7C-5ECF04D452E2}" srcId="{B6F26917-0985-4B42-B85D-57A10854AE55}" destId="{9521B52D-0436-4036-B426-541AD16C5CA9}" srcOrd="3" destOrd="0" parTransId="{359C45FB-0B77-4E97-8000-D5F234FB210E}" sibTransId="{4021A042-7F84-4579-9C48-C643D5C2811A}"/>
    <dgm:cxn modelId="{E06A1AFE-3187-4DCD-AC86-656B506FA9A8}" type="presOf" srcId="{9521B52D-0436-4036-B426-541AD16C5CA9}" destId="{F429AE45-954E-4C2E-8BAD-4E2AE63A654B}" srcOrd="0" destOrd="0" presId="urn:microsoft.com/office/officeart/2018/2/layout/IconVerticalSolidList"/>
    <dgm:cxn modelId="{7690E218-BB94-4AA6-9D16-D43FA60B7CD0}" type="presParOf" srcId="{A2A9F827-C7C7-44A0-87D2-FD8F428EE0FA}" destId="{EAD09A13-0A47-4906-A818-26FB94A62733}" srcOrd="0" destOrd="0" presId="urn:microsoft.com/office/officeart/2018/2/layout/IconVerticalSolidList"/>
    <dgm:cxn modelId="{B72BF4F1-18F9-42BA-A60B-8310D6EC232B}" type="presParOf" srcId="{EAD09A13-0A47-4906-A818-26FB94A62733}" destId="{B95C5EEC-6AB6-4021-8095-EDB1ED2C245C}" srcOrd="0" destOrd="0" presId="urn:microsoft.com/office/officeart/2018/2/layout/IconVerticalSolidList"/>
    <dgm:cxn modelId="{0305F3D2-182E-438A-A0DC-5D6667B4A929}" type="presParOf" srcId="{EAD09A13-0A47-4906-A818-26FB94A62733}" destId="{B6826E4B-4266-4C7F-85F1-F65C650EA2E2}" srcOrd="1" destOrd="0" presId="urn:microsoft.com/office/officeart/2018/2/layout/IconVerticalSolidList"/>
    <dgm:cxn modelId="{B3C5CD98-6151-42C0-B5FC-E1B9242DA951}" type="presParOf" srcId="{EAD09A13-0A47-4906-A818-26FB94A62733}" destId="{47DE150D-4C13-4F39-8ABF-D5106A7BB0AE}" srcOrd="2" destOrd="0" presId="urn:microsoft.com/office/officeart/2018/2/layout/IconVerticalSolidList"/>
    <dgm:cxn modelId="{B97634F5-80C0-473B-B590-6A22D1315325}" type="presParOf" srcId="{EAD09A13-0A47-4906-A818-26FB94A62733}" destId="{F053BBFA-ED7D-46D8-8EB0-96583D8824FD}" srcOrd="3" destOrd="0" presId="urn:microsoft.com/office/officeart/2018/2/layout/IconVerticalSolidList"/>
    <dgm:cxn modelId="{4B5EC962-6375-4880-B087-F7EA713B1E7E}" type="presParOf" srcId="{A2A9F827-C7C7-44A0-87D2-FD8F428EE0FA}" destId="{07BB5472-6BEB-414B-8721-3B9D7F8C10E5}" srcOrd="1" destOrd="0" presId="urn:microsoft.com/office/officeart/2018/2/layout/IconVerticalSolidList"/>
    <dgm:cxn modelId="{59CFBAC5-373C-403C-BDF8-C39E2C225182}" type="presParOf" srcId="{A2A9F827-C7C7-44A0-87D2-FD8F428EE0FA}" destId="{D21759B6-6CFA-45DE-98E2-86194B1E0AA5}" srcOrd="2" destOrd="0" presId="urn:microsoft.com/office/officeart/2018/2/layout/IconVerticalSolidList"/>
    <dgm:cxn modelId="{E7835695-321E-47A6-BDDE-4388F52EA500}" type="presParOf" srcId="{D21759B6-6CFA-45DE-98E2-86194B1E0AA5}" destId="{FA551408-DFC1-4811-BE68-9A22C4D6DC0A}" srcOrd="0" destOrd="0" presId="urn:microsoft.com/office/officeart/2018/2/layout/IconVerticalSolidList"/>
    <dgm:cxn modelId="{3D9E4089-ED85-47F5-9127-812CD32F9111}" type="presParOf" srcId="{D21759B6-6CFA-45DE-98E2-86194B1E0AA5}" destId="{3F0E0F95-52DB-4D23-A621-A35F6ED54354}" srcOrd="1" destOrd="0" presId="urn:microsoft.com/office/officeart/2018/2/layout/IconVerticalSolidList"/>
    <dgm:cxn modelId="{BBE35498-567F-40E1-8B7E-6FB7E629E38A}" type="presParOf" srcId="{D21759B6-6CFA-45DE-98E2-86194B1E0AA5}" destId="{C66F47BB-AEE0-48B9-B5B6-256E46A1ED1C}" srcOrd="2" destOrd="0" presId="urn:microsoft.com/office/officeart/2018/2/layout/IconVerticalSolidList"/>
    <dgm:cxn modelId="{BCED7B9C-5127-40AF-902F-D3C41D4C2D60}" type="presParOf" srcId="{D21759B6-6CFA-45DE-98E2-86194B1E0AA5}" destId="{816283E7-6F99-47DD-AB49-353657D9DC03}" srcOrd="3" destOrd="0" presId="urn:microsoft.com/office/officeart/2018/2/layout/IconVerticalSolidList"/>
    <dgm:cxn modelId="{A2EA8902-CD5E-4977-988A-A352BD49B7DE}" type="presParOf" srcId="{A2A9F827-C7C7-44A0-87D2-FD8F428EE0FA}" destId="{1076FBB4-BF01-44E9-8E6B-BAA965529987}" srcOrd="3" destOrd="0" presId="urn:microsoft.com/office/officeart/2018/2/layout/IconVerticalSolidList"/>
    <dgm:cxn modelId="{983BBE15-A727-4290-8417-538B358085E1}" type="presParOf" srcId="{A2A9F827-C7C7-44A0-87D2-FD8F428EE0FA}" destId="{328D0C7D-1DBF-480E-B155-4EA8DFEEAA4D}" srcOrd="4" destOrd="0" presId="urn:microsoft.com/office/officeart/2018/2/layout/IconVerticalSolidList"/>
    <dgm:cxn modelId="{06A1C03D-06FC-4F02-8E45-427B004CF0AF}" type="presParOf" srcId="{328D0C7D-1DBF-480E-B155-4EA8DFEEAA4D}" destId="{8CA2BF27-5C24-4561-82D8-A60C0DFE3211}" srcOrd="0" destOrd="0" presId="urn:microsoft.com/office/officeart/2018/2/layout/IconVerticalSolidList"/>
    <dgm:cxn modelId="{6D6B4E39-A1D3-4263-A3A1-061ACDC644D7}" type="presParOf" srcId="{328D0C7D-1DBF-480E-B155-4EA8DFEEAA4D}" destId="{0F639262-E03B-4359-8A38-215E1DD71F7A}" srcOrd="1" destOrd="0" presId="urn:microsoft.com/office/officeart/2018/2/layout/IconVerticalSolidList"/>
    <dgm:cxn modelId="{25A350E9-C955-4FE1-BAF7-DDDC27800C54}" type="presParOf" srcId="{328D0C7D-1DBF-480E-B155-4EA8DFEEAA4D}" destId="{625FE28D-798F-4BF1-BD78-5E149E4E4D12}" srcOrd="2" destOrd="0" presId="urn:microsoft.com/office/officeart/2018/2/layout/IconVerticalSolidList"/>
    <dgm:cxn modelId="{4F5FCBA9-D098-443C-B71C-52E18868CDD5}" type="presParOf" srcId="{328D0C7D-1DBF-480E-B155-4EA8DFEEAA4D}" destId="{A17A5B6B-F990-4496-9F03-37AA8EA0DBB6}" srcOrd="3" destOrd="0" presId="urn:microsoft.com/office/officeart/2018/2/layout/IconVerticalSolidList"/>
    <dgm:cxn modelId="{FFFD0261-8570-4DC8-A510-EA036101EF36}" type="presParOf" srcId="{A2A9F827-C7C7-44A0-87D2-FD8F428EE0FA}" destId="{64EA402D-B0B5-4FB4-ACF3-F5E9CF248A0C}" srcOrd="5" destOrd="0" presId="urn:microsoft.com/office/officeart/2018/2/layout/IconVerticalSolidList"/>
    <dgm:cxn modelId="{D9BD45DC-EE95-4ACE-84A9-71700E00147D}" type="presParOf" srcId="{A2A9F827-C7C7-44A0-87D2-FD8F428EE0FA}" destId="{480FA5E9-DE95-4498-994A-3ACBA5B9AB67}" srcOrd="6" destOrd="0" presId="urn:microsoft.com/office/officeart/2018/2/layout/IconVerticalSolidList"/>
    <dgm:cxn modelId="{33030053-D84F-42D6-9D8E-0A2913F40738}" type="presParOf" srcId="{480FA5E9-DE95-4498-994A-3ACBA5B9AB67}" destId="{011CAA6D-A6B4-46DB-B45A-D92E22AFE01D}" srcOrd="0" destOrd="0" presId="urn:microsoft.com/office/officeart/2018/2/layout/IconVerticalSolidList"/>
    <dgm:cxn modelId="{01EA622A-BE34-4977-A314-3C9D35A80DC8}" type="presParOf" srcId="{480FA5E9-DE95-4498-994A-3ACBA5B9AB67}" destId="{A47C6256-5723-486E-B408-AB93F6789A9A}" srcOrd="1" destOrd="0" presId="urn:microsoft.com/office/officeart/2018/2/layout/IconVerticalSolidList"/>
    <dgm:cxn modelId="{B8C00943-1C98-4100-A2FA-F6C65FF0A65D}" type="presParOf" srcId="{480FA5E9-DE95-4498-994A-3ACBA5B9AB67}" destId="{0E3470F6-C5C2-4E63-B25F-F2223C344E8E}" srcOrd="2" destOrd="0" presId="urn:microsoft.com/office/officeart/2018/2/layout/IconVerticalSolidList"/>
    <dgm:cxn modelId="{0B49E258-A289-4DD2-BBF9-2AE638530AAE}" type="presParOf" srcId="{480FA5E9-DE95-4498-994A-3ACBA5B9AB67}" destId="{F429AE45-954E-4C2E-8BAD-4E2AE63A65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8C77E-C334-0E43-8B38-E7A9ED605274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Import Libraries</a:t>
          </a:r>
          <a:endParaRPr lang="en-US" sz="2500" kern="1200"/>
        </a:p>
      </dsp:txBody>
      <dsp:txXfrm>
        <a:off x="582645" y="1178"/>
        <a:ext cx="2174490" cy="1304694"/>
      </dsp:txXfrm>
    </dsp:sp>
    <dsp:sp modelId="{1942EADE-F3F0-8049-9888-F237EAAE6BC7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Load Dataset</a:t>
          </a:r>
          <a:endParaRPr lang="en-US" sz="2500" kern="1200"/>
        </a:p>
      </dsp:txBody>
      <dsp:txXfrm>
        <a:off x="2974584" y="1178"/>
        <a:ext cx="2174490" cy="1304694"/>
      </dsp:txXfrm>
    </dsp:sp>
    <dsp:sp modelId="{18FC8312-D9BB-4B4A-9E49-34BB85109A1E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Data Preprocessing</a:t>
          </a:r>
          <a:endParaRPr lang="en-US" sz="2500" kern="1200"/>
        </a:p>
      </dsp:txBody>
      <dsp:txXfrm>
        <a:off x="5366524" y="1178"/>
        <a:ext cx="2174490" cy="1304694"/>
      </dsp:txXfrm>
    </dsp:sp>
    <dsp:sp modelId="{B2129A59-0E74-1C4A-8E89-4F4C3ED47079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Exploratory Data Analysis</a:t>
          </a:r>
          <a:endParaRPr lang="en-US" sz="2500" kern="1200"/>
        </a:p>
      </dsp:txBody>
      <dsp:txXfrm>
        <a:off x="7758464" y="1178"/>
        <a:ext cx="2174490" cy="1304694"/>
      </dsp:txXfrm>
    </dsp:sp>
    <dsp:sp modelId="{EDBBEACD-4F4D-1C4B-B822-EE9E5A9EDDD9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Build CNN Model</a:t>
          </a:r>
          <a:endParaRPr lang="en-US" sz="2500" kern="1200"/>
        </a:p>
      </dsp:txBody>
      <dsp:txXfrm>
        <a:off x="582645" y="1523321"/>
        <a:ext cx="2174490" cy="1304694"/>
      </dsp:txXfrm>
    </dsp:sp>
    <dsp:sp modelId="{3881E201-73B1-F041-BD77-B9D8DCC3A217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Compile Model</a:t>
          </a:r>
          <a:endParaRPr lang="en-US" sz="2500" kern="1200"/>
        </a:p>
      </dsp:txBody>
      <dsp:txXfrm>
        <a:off x="2974584" y="1523321"/>
        <a:ext cx="2174490" cy="1304694"/>
      </dsp:txXfrm>
    </dsp:sp>
    <dsp:sp modelId="{DFAD85E1-6FD2-654A-9E24-782B5E2FCB42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Train Model</a:t>
          </a:r>
          <a:endParaRPr lang="en-US" sz="2500" kern="1200"/>
        </a:p>
      </dsp:txBody>
      <dsp:txXfrm>
        <a:off x="5366524" y="1523321"/>
        <a:ext cx="2174490" cy="1304694"/>
      </dsp:txXfrm>
    </dsp:sp>
    <dsp:sp modelId="{3785DF29-2AF3-5847-8899-72D077F19522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Evaluate Model</a:t>
          </a:r>
          <a:endParaRPr lang="en-US" sz="2500" kern="1200"/>
        </a:p>
      </dsp:txBody>
      <dsp:txXfrm>
        <a:off x="7758464" y="1523321"/>
        <a:ext cx="2174490" cy="1304694"/>
      </dsp:txXfrm>
    </dsp:sp>
    <dsp:sp modelId="{710DFE32-401C-4741-97D8-8C63419B5D4F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Make Predictions</a:t>
          </a:r>
          <a:endParaRPr lang="en-US" sz="2500" kern="1200"/>
        </a:p>
      </dsp:txBody>
      <dsp:txXfrm>
        <a:off x="2974584" y="3045465"/>
        <a:ext cx="2174490" cy="1304694"/>
      </dsp:txXfrm>
    </dsp:sp>
    <dsp:sp modelId="{88B7A94D-F736-6145-A3AF-A9CAF15C239D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Result Visualization</a:t>
          </a:r>
          <a:endParaRPr lang="en-US" sz="2500" kern="1200"/>
        </a:p>
      </dsp:txBody>
      <dsp:txXfrm>
        <a:off x="5366524" y="3045465"/>
        <a:ext cx="2174490" cy="1304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3E8F5-DAC5-400F-A14C-564F394291FE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FBFF7-8F00-46A5-A4A0-1B9CCBB7C706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A302A-2663-443F-A93B-A0E240FA9D37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Automatically extracts features</a:t>
          </a:r>
          <a:endParaRPr lang="en-US" sz="2500" kern="1200"/>
        </a:p>
      </dsp:txBody>
      <dsp:txXfrm>
        <a:off x="1844034" y="682"/>
        <a:ext cx="4401230" cy="1596566"/>
      </dsp:txXfrm>
    </dsp:sp>
    <dsp:sp modelId="{1DE79AB4-970E-413C-B722-2713A61023E5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E4AAD-ABE1-46AD-890B-6AB7986A1BA0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4B2C4-AEC0-4AC3-B6C0-3E841E06F0B9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Better accuracy for image data</a:t>
          </a:r>
          <a:endParaRPr lang="en-US" sz="2500" kern="1200"/>
        </a:p>
      </dsp:txBody>
      <dsp:txXfrm>
        <a:off x="1844034" y="1996390"/>
        <a:ext cx="4401230" cy="1596566"/>
      </dsp:txXfrm>
    </dsp:sp>
    <dsp:sp modelId="{9746F98B-F6F8-4455-BEA6-D764FC8AC0E4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C0060-898D-4627-9853-DA2E8CBFF22F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205E1-D2A9-473E-BD66-7B32353DDD89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Reduces manual feature engineering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C5EEC-6AB6-4021-8095-EDB1ED2C245C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26E4B-4266-4C7F-85F1-F65C650EA2E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BBFA-ED7D-46D8-8EB0-96583D8824FD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Fashion product classification</a:t>
          </a:r>
          <a:endParaRPr lang="en-US" sz="2200" kern="1200"/>
        </a:p>
      </dsp:txBody>
      <dsp:txXfrm>
        <a:off x="1357965" y="2319"/>
        <a:ext cx="4887299" cy="1175727"/>
      </dsp:txXfrm>
    </dsp:sp>
    <dsp:sp modelId="{FA551408-DFC1-4811-BE68-9A22C4D6DC0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E0F95-52DB-4D23-A621-A35F6ED54354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283E7-6F99-47DD-AB49-353657D9DC0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E-commerce recommendation systems</a:t>
          </a:r>
          <a:endParaRPr lang="en-US" sz="2200" kern="1200"/>
        </a:p>
      </dsp:txBody>
      <dsp:txXfrm>
        <a:off x="1357965" y="1471979"/>
        <a:ext cx="4887299" cy="1175727"/>
      </dsp:txXfrm>
    </dsp:sp>
    <dsp:sp modelId="{8CA2BF27-5C24-4561-82D8-A60C0DFE3211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39262-E03B-4359-8A38-215E1DD71F7A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A5B6B-F990-4496-9F03-37AA8EA0DBB6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Image recognition systems</a:t>
          </a:r>
          <a:endParaRPr lang="en-US" sz="2200" kern="1200"/>
        </a:p>
      </dsp:txBody>
      <dsp:txXfrm>
        <a:off x="1357965" y="2941639"/>
        <a:ext cx="4887299" cy="1175727"/>
      </dsp:txXfrm>
    </dsp:sp>
    <dsp:sp modelId="{011CAA6D-A6B4-46DB-B45A-D92E22AFE01D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C6256-5723-486E-B408-AB93F6789A9A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9AE45-954E-4C2E-8BAD-4E2AE63A654B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Retail analytics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3152-FD10-94A3-D59B-8E8BFB435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70782-D5D7-5506-B119-8CBC67AA2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098A7-08A9-DC28-4420-78A14807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73D6-137C-47F3-3998-41FD9F06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67BE-2E66-9990-1237-8E34C49C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1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42E3-F0B5-C9FA-9B66-97092CE2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3F63-3D3A-2CC9-CE45-D087D7A4E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369C-579D-4009-007C-15A4B358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DC4E-EAE4-9666-B6B6-D48F829C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9B272-CD31-FAC4-F627-65F0071E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3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39DA-2717-4983-1D50-5BB8E08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90B9-E2FF-6817-3556-E2689A65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4649B-1417-F167-0D05-3679B375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8754-142B-3F65-91F7-726F042B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E9FE-256F-FC2E-C620-ECD1C51C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49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3A60-6863-F8AB-9180-7DF92C1B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9EF17-C25B-4A19-2584-0E7ED5EB2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19486-33D2-C3A2-C2CF-5702C5689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1D08D-D7EA-EEBA-5AAF-D4971FB8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69547-49EB-5098-63A2-76213722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01153-07FD-AAE7-ADDF-35305157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2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E63B-C8B9-88F6-4C15-0FB757FF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CD012-4D6B-6F11-FC33-4A35F4ECC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BDC62-587B-CE05-28B3-BAE196627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FD12F-FC0D-5E61-61CC-0C959BBA6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774CC-98C6-955A-F3F6-687528265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EE3F3-6968-B9B7-1B3F-14FF9967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DA098-50A0-B8AA-CA6D-78827748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F42DBC-1C76-5AAA-622C-AD4E48A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4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D60F-DCD6-6AB0-B541-061A16D9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0A23-F0F9-D69F-647B-F4A55EFD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3464D-3EB2-CFC0-6F65-BED49E60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301A6-EDE9-09FD-D4B8-BA914A18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2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829A1-01A6-60A1-3628-9B8F74E9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712F6-2902-A058-A427-84A5B2AD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89F8B-B396-74D2-9B1A-167172EE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7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D776-0B0C-9D50-0A56-5E609C62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DD95-DA41-C5E8-2378-48E64E545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7FABE-295D-4EB3-AE16-1F5774EE5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0ACC6-0E10-7D32-7366-40D0F429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EC557-CD60-7854-DEF7-8E8EF380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ECC62-3531-BEF3-A616-396BB1C2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3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37D5-0ACA-EE75-5487-0C2BE880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57E2DF-FEC6-BA10-3566-40886F974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38919-AD5E-A5BB-C2D3-7E0E25859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4BD10-9ADE-39ED-98BA-B30CC0EB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6A2CE-8931-B689-92A1-47BE67BE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4281B-B789-0740-7C2C-7BB8D7DA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B2DC-791C-21FE-DC88-6E930449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030E0-75F5-6214-88B5-48B84A3C3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240A-A9AD-E73D-F24A-2B07711D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FDAF-B6CC-62EB-E2AA-511D3B4E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FA022-DC61-F4D9-DC74-9A223EA4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9ECA7-B325-DFAC-1ED6-8ECE5611C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588AC-A346-F8BD-4349-20B032FC4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17E53-BFC5-B7A6-100B-4E93BF566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282E8-0A64-70D3-4BAA-152C945A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E33B-C705-E330-C510-B9EC03FB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1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763B6-C574-B6DE-9D60-ACA555AA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978D2-CB26-53F3-1ED8-9B6179CD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2617-5C53-535F-21A9-1E21E5F25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3262A-26ED-F94E-AEBC-6073711EC49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60EFB-57D2-294B-29E5-87BEA737E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5E55C-5637-60EA-C05D-A9F0987EC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82FD2-6EA7-3F4E-8E3B-F49014810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7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dulraheem098/IMAGE-CLASSIFICATION-USING-CN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79234-7B73-4847-18AF-9B0625E9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37586"/>
            <a:ext cx="9144000" cy="3274592"/>
          </a:xfrm>
        </p:spPr>
        <p:txBody>
          <a:bodyPr anchor="ctr">
            <a:normAutofit/>
          </a:bodyPr>
          <a:lstStyle/>
          <a:p>
            <a:br>
              <a:rPr lang="en-IN" sz="5000" dirty="0"/>
            </a:br>
            <a:r>
              <a:rPr lang="en-IN" sz="5000" dirty="0"/>
              <a:t>Image Classification using Convolutional Neural Networks (CNN) on Fashion-MNIST Dataset</a:t>
            </a:r>
            <a:endParaRPr lang="en-US" sz="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F5C5EA-ECDB-67D0-1ACF-AA26FFE7E3AC}"/>
              </a:ext>
            </a:extLst>
          </p:cNvPr>
          <p:cNvSpPr txBox="1"/>
          <p:nvPr/>
        </p:nvSpPr>
        <p:spPr>
          <a:xfrm>
            <a:off x="4223657" y="3912178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Submitted By: Shaik Abdul Raheem</a:t>
            </a:r>
          </a:p>
          <a:p>
            <a:r>
              <a:rPr lang="en-US" b="1" dirty="0"/>
              <a:t>                                   Roll No: 24924080008   </a:t>
            </a:r>
          </a:p>
        </p:txBody>
      </p:sp>
    </p:spTree>
    <p:extLst>
      <p:ext uri="{BB962C8B-B14F-4D97-AF65-F5344CB8AC3E}">
        <p14:creationId xmlns:p14="http://schemas.microsoft.com/office/powerpoint/2010/main" val="76056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8E6F1-07AF-52D3-F282-B7FF8D59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Problem Statement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E3DD-AC73-E376-F892-D0AC11B23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400"/>
              <a:t>The objective of this project is to build an image classification model that can accurately classify images into different categories using Deep Learning techniques. The Fashion-MNIST dataset contains grayscale images of clothing items belonging to 10 different classes.</a:t>
            </a: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49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9E603-806D-089E-171B-E7D31F9C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Dataset Description</a:t>
            </a:r>
            <a:endParaRPr 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F3FA79-A8A6-1F90-E4A1-133349007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 Name: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Fashion-MNIST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Keras built-in dataset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Total Images: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70,000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Training images: 60,000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Testing images: 10,000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Image Size: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28 × 28 pixels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Image Type: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Grayscale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Number of Classes: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AFAA6A-B32C-2B1C-7999-140A8FBBC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88400"/>
              </p:ext>
            </p:extLst>
          </p:nvPr>
        </p:nvGraphicFramePr>
        <p:xfrm>
          <a:off x="6346031" y="650494"/>
          <a:ext cx="4911433" cy="5324143"/>
        </p:xfrm>
        <a:graphic>
          <a:graphicData uri="http://schemas.openxmlformats.org/drawingml/2006/table">
            <a:tbl>
              <a:tblPr/>
              <a:tblGrid>
                <a:gridCol w="2293133">
                  <a:extLst>
                    <a:ext uri="{9D8B030D-6E8A-4147-A177-3AD203B41FA5}">
                      <a16:colId xmlns:a16="http://schemas.microsoft.com/office/drawing/2014/main" val="593458035"/>
                    </a:ext>
                  </a:extLst>
                </a:gridCol>
                <a:gridCol w="2618300">
                  <a:extLst>
                    <a:ext uri="{9D8B030D-6E8A-4147-A177-3AD203B41FA5}">
                      <a16:colId xmlns:a16="http://schemas.microsoft.com/office/drawing/2014/main" val="3740471106"/>
                    </a:ext>
                  </a:extLst>
                </a:gridCol>
              </a:tblGrid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Label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 Name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23592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T-shirt/top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994781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Trouser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06683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Pullover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616262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Dress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670866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356425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Sandal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030403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Shirt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490129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Sneaker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188138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Bag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382905"/>
                  </a:ext>
                </a:extLst>
              </a:tr>
              <a:tr h="4840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Ankle boot </a:t>
                      </a:r>
                      <a:endParaRPr lang="en-IN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134" marR="20134" marT="201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402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27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650C6-A660-64FA-C374-24A1974A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/>
              <a:t>Tools &amp; Technologies Used</a:t>
            </a:r>
            <a:endParaRPr lang="en-US" sz="5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A872CB-C6E9-1C91-20DC-963BDFAA3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NumPy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Matplotlib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TensorFlow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Keras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Jupyter Notebook / Google Colab</a:t>
            </a:r>
          </a:p>
        </p:txBody>
      </p:sp>
    </p:spTree>
    <p:extLst>
      <p:ext uri="{BB962C8B-B14F-4D97-AF65-F5344CB8AC3E}">
        <p14:creationId xmlns:p14="http://schemas.microsoft.com/office/powerpoint/2010/main" val="120076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6E6290-D6D1-39B8-8FCD-4B529A5E26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1047B-5975-17FB-2608-8317E65B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Project Workflow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110B2C4-7288-74B2-A934-D7BD78C223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857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276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8036F-D721-4BB6-C791-B763FE50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1: Importing Libraries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26DE4859-7577-562C-38F3-74FA5FDC3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3444995"/>
            <a:ext cx="11548872" cy="196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4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0E10-2073-CC9E-3897-E420D2DE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3E34-5F6C-D3E3-651C-4899598D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2: Load the dataset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7705AA-5F2D-3F61-1FAE-2419C8E30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9429"/>
            <a:ext cx="10515600" cy="4005942"/>
          </a:xfrm>
        </p:spPr>
      </p:pic>
    </p:spTree>
    <p:extLst>
      <p:ext uri="{BB962C8B-B14F-4D97-AF65-F5344CB8AC3E}">
        <p14:creationId xmlns:p14="http://schemas.microsoft.com/office/powerpoint/2010/main" val="369114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3C66-D5E2-D48D-D92D-85DB3291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A830-DD83-BD77-9820-ECF414075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3: </a:t>
            </a:r>
            <a:r>
              <a:rPr lang="en-IN" sz="6600" dirty="0"/>
              <a:t>Data Exploration</a:t>
            </a:r>
            <a:endParaRPr lang="en-US" sz="6600" dirty="0"/>
          </a:p>
        </p:txBody>
      </p:sp>
      <p:pic>
        <p:nvPicPr>
          <p:cNvPr id="6" name="Content Placeholder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F2D1F5C-767F-77D5-B745-3A321F199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13" y="1930399"/>
            <a:ext cx="10172687" cy="4220835"/>
          </a:xfrm>
        </p:spPr>
      </p:pic>
    </p:spTree>
    <p:extLst>
      <p:ext uri="{BB962C8B-B14F-4D97-AF65-F5344CB8AC3E}">
        <p14:creationId xmlns:p14="http://schemas.microsoft.com/office/powerpoint/2010/main" val="48117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83997-2364-6C84-E347-E3937FA3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CCE07-BC3F-7704-53A9-744A67075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4: Visualize Sample Images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B13D91-2CE9-84B1-6CEF-E65BB6C3D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6171" y="640080"/>
            <a:ext cx="7141029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E0658-C63D-0B68-18F2-C2D97754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5A7EA-8E20-B149-DAC2-26E70BC5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5: Data Preprocessing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348E8-4D7C-EDDE-165F-EE9E54C1B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11207"/>
            <a:ext cx="7214616" cy="52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0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7202A-659E-4ECC-AEEA-11088BD4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3CDC2-F4C2-1753-5102-BCD7AA4B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Step 6: Building CNN Model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67EDE83-1539-227C-4628-0B0157562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Model Building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320526-4EEC-1B05-7617-3D83736F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2475220"/>
            <a:ext cx="11639732" cy="39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CD6F1-B851-6F6C-7686-59739A78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70A26-66C3-DFA6-174E-1814428F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7: Compiling Model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blue rectangle with white background&#10;&#10;AI-generated content may be incorrect.">
            <a:extLst>
              <a:ext uri="{FF2B5EF4-FFF2-40B4-BE49-F238E27FC236}">
                <a16:creationId xmlns:a16="http://schemas.microsoft.com/office/drawing/2014/main" id="{8F3EAEE0-616C-FEC5-7C0E-A3F82A256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1836514"/>
            <a:ext cx="11548872" cy="473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58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EB60-EC63-544B-0413-CD4A10A7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14" y="406399"/>
            <a:ext cx="10515600" cy="549275"/>
          </a:xfrm>
        </p:spPr>
        <p:txBody>
          <a:bodyPr>
            <a:noAutofit/>
          </a:bodyPr>
          <a:lstStyle/>
          <a:p>
            <a:pPr algn="ctr"/>
            <a:r>
              <a:rPr lang="en-IN" b="1"/>
              <a:t>Model Training</a:t>
            </a:r>
            <a:br>
              <a:rPr lang="en-IN" b="1"/>
            </a:br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FEB4BA-ECEE-1F8A-C374-873BB166C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914" y="1825625"/>
            <a:ext cx="11252200" cy="4749346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6EB173C-83B6-2702-DCEC-949E35591F7C}"/>
              </a:ext>
            </a:extLst>
          </p:cNvPr>
          <p:cNvSpPr txBox="1">
            <a:spLocks/>
          </p:cNvSpPr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Step 8: Train Model</a:t>
            </a:r>
          </a:p>
        </p:txBody>
      </p:sp>
    </p:spTree>
    <p:extLst>
      <p:ext uri="{BB962C8B-B14F-4D97-AF65-F5344CB8AC3E}">
        <p14:creationId xmlns:p14="http://schemas.microsoft.com/office/powerpoint/2010/main" val="393472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D0A6D-51FD-A24C-CE74-2DC70B84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16F30-0747-C520-5F82-C80B86E4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b="1"/>
              <a:t>Model Evaluation</a:t>
            </a:r>
            <a:br>
              <a:rPr lang="en-US" sz="4600" b="1"/>
            </a:br>
            <a:endParaRPr lang="en-US" sz="460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EE01ED0-84FC-600D-0148-29471295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Step 9: Evaluate Model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8A2B5B-4960-886D-C1C2-093A345F9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75220"/>
            <a:ext cx="10739846" cy="362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57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A2639-5354-366A-5E26-3B1A3C67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6F30A-8C48-D92B-F90D-0335D752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Prediction &amp; Output</a:t>
            </a:r>
            <a:b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0558D30-EC93-B476-C2B7-3199E24BD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10: Predict Image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E7D4C82-B96B-8BE7-CF14-23FD99F4A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44" y="290286"/>
            <a:ext cx="7779656" cy="590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7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1E40-7F86-890F-A857-AAFDCD92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Summary</a:t>
            </a:r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19743AB-F373-BBE0-A2C6-734E75663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714" y="1690688"/>
            <a:ext cx="10160000" cy="4486275"/>
          </a:xfrm>
        </p:spPr>
      </p:pic>
    </p:spTree>
    <p:extLst>
      <p:ext uri="{BB962C8B-B14F-4D97-AF65-F5344CB8AC3E}">
        <p14:creationId xmlns:p14="http://schemas.microsoft.com/office/powerpoint/2010/main" val="806804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465C1-591F-7F2B-570A-2AF68C37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6200"/>
              <a:t>Advantages of CNN</a:t>
            </a:r>
            <a:endParaRPr lang="en-US" sz="62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7EA3FE0-80E7-1DB5-4A72-6CF4FD576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70363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929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DE8F7-321F-9B8D-D48F-AD1998BB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5600"/>
              <a:t>Applications</a:t>
            </a:r>
            <a:endParaRPr lang="en-US" sz="5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4149617-93AA-77C3-233A-1793FB972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6665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686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F90B-571D-A2BF-D7CD-F857A7C1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Links (GitHub &amp; Google </a:t>
            </a:r>
            <a:r>
              <a:rPr lang="en-IN" b="1" dirty="0" err="1"/>
              <a:t>Colab</a:t>
            </a:r>
            <a:r>
              <a:rPr lang="en-IN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04F0-DF38-D94E-2A01-5A113E68B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Repository:</a:t>
            </a:r>
          </a:p>
          <a:p>
            <a:r>
              <a:rPr lang="en-US" dirty="0">
                <a:hlinkClick r:id="rId2"/>
              </a:rPr>
              <a:t>https://github.com/Abdulraheem098/IMAGE-CLASSIFICATION-USING-CNN</a:t>
            </a:r>
            <a:endParaRPr lang="en-US" dirty="0"/>
          </a:p>
          <a:p>
            <a:endParaRPr lang="en-US" dirty="0"/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Notebook:	</a:t>
            </a:r>
          </a:p>
          <a:p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/drive/your-notebook-id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66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8946D-A4E2-A10A-53D4-78DC2AF4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/>
              <a:t>Conclusion	</a:t>
            </a:r>
            <a:endParaRPr lang="en-US" sz="54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BB2E1-FC53-8745-2EE4-F7CCEE704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400" dirty="0"/>
              <a:t>In this project, a CNN-based image classification model was successfully developed using the Fashion-MNIST dataset. The model achieved good accuracy and demonstrated the effectiveness of deep learning in image recognition tasks.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6184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1421B-03AA-F1C0-2308-90B28A45D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778489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9600" b="1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2834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345</Words>
  <Application>Microsoft Macintosh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Office Theme</vt:lpstr>
      <vt:lpstr> Image Classification using Convolutional Neural Networks (CNN) on Fashion-MNIST Dataset</vt:lpstr>
      <vt:lpstr>Problem Statement</vt:lpstr>
      <vt:lpstr>Dataset Description</vt:lpstr>
      <vt:lpstr>Tools &amp; Technologies Used</vt:lpstr>
      <vt:lpstr>Project Workflow</vt:lpstr>
      <vt:lpstr>Step 1: Importing Libraries</vt:lpstr>
      <vt:lpstr>Step 2: Load the dataset</vt:lpstr>
      <vt:lpstr>Step 3: Data Exploration</vt:lpstr>
      <vt:lpstr>Step 4: Visualize Sample Images</vt:lpstr>
      <vt:lpstr>Step 5: Data Preprocessing</vt:lpstr>
      <vt:lpstr>Step 6: Building CNN Model</vt:lpstr>
      <vt:lpstr>Step 7: Compiling Model</vt:lpstr>
      <vt:lpstr>Model Training </vt:lpstr>
      <vt:lpstr>Model Evaluation </vt:lpstr>
      <vt:lpstr>Prediction &amp; Output </vt:lpstr>
      <vt:lpstr>Model Performance Summary</vt:lpstr>
      <vt:lpstr>Advantages of CNN</vt:lpstr>
      <vt:lpstr>Applications</vt:lpstr>
      <vt:lpstr>Project Links (GitHub &amp; Google Colab)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Abdul Raheem</dc:creator>
  <cp:lastModifiedBy>Shaik Abdul Raheem</cp:lastModifiedBy>
  <cp:revision>2</cp:revision>
  <dcterms:created xsi:type="dcterms:W3CDTF">2025-12-17T17:41:31Z</dcterms:created>
  <dcterms:modified xsi:type="dcterms:W3CDTF">2025-12-17T19:15:02Z</dcterms:modified>
</cp:coreProperties>
</file>